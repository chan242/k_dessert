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20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8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16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33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2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50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42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51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90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76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6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한국 전통과자 정보</a:t>
            </a:r>
            <a:br>
              <a:rPr lang="en-US" altLang="ko-KR" dirty="0"/>
            </a:br>
            <a:r>
              <a:rPr lang="ko-KR" altLang="en-US" dirty="0"/>
              <a:t>웹사이트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팀명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꼬부기</a:t>
            </a:r>
            <a:r>
              <a:rPr lang="ko-KR" altLang="en-US" dirty="0"/>
              <a:t> 소방대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: </a:t>
            </a:r>
            <a:r>
              <a:rPr lang="ko-KR" altLang="en-US" dirty="0" err="1"/>
              <a:t>오우람</a:t>
            </a:r>
            <a:endParaRPr lang="en-US" altLang="ko-KR" dirty="0"/>
          </a:p>
          <a:p>
            <a:r>
              <a:rPr lang="ko-KR" altLang="en-US" dirty="0"/>
              <a:t>박진우</a:t>
            </a:r>
            <a:endParaRPr lang="en-US" altLang="ko-KR" dirty="0"/>
          </a:p>
          <a:p>
            <a:r>
              <a:rPr lang="ko-KR" altLang="en-US" dirty="0" err="1"/>
              <a:t>박찬정</a:t>
            </a:r>
            <a:endParaRPr lang="en-US" altLang="ko-KR" dirty="0"/>
          </a:p>
          <a:p>
            <a:r>
              <a:rPr lang="ko-KR" altLang="en-US" dirty="0" err="1"/>
              <a:t>전유빈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528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목표</a:t>
            </a:r>
            <a:endParaRPr lang="en-US" altLang="ko-KR" dirty="0"/>
          </a:p>
          <a:p>
            <a:r>
              <a:rPr lang="ko-KR" altLang="en-US" dirty="0"/>
              <a:t>전통 한과 및 음료 등의 디저트의 정보 제공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959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</a:t>
            </a:r>
            <a:r>
              <a:rPr lang="en-US" altLang="ko-KR" dirty="0"/>
              <a:t>-</a:t>
            </a:r>
            <a:r>
              <a:rPr lang="ko-KR" altLang="en-US" dirty="0"/>
              <a:t>대상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한국 문화에 관심을 가지는 외국인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SNS</a:t>
            </a:r>
            <a:r>
              <a:rPr lang="ko-KR" altLang="en-US" dirty="0"/>
              <a:t>에 사진을 올리는 것을 좋아하는 사람들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독특하거나 다양한 디저트에 관심있는 사람들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전통 문화에 관심이 많은 사람들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301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종류 별 디저트</a:t>
            </a:r>
            <a:r>
              <a:rPr lang="en-US" altLang="ko-KR" dirty="0"/>
              <a:t>+</a:t>
            </a:r>
            <a:r>
              <a:rPr lang="ko-KR" altLang="en-US" dirty="0"/>
              <a:t>음료에 관한 소개</a:t>
            </a:r>
            <a:r>
              <a:rPr lang="en-US" altLang="ko-KR" dirty="0"/>
              <a:t>(</a:t>
            </a:r>
            <a:r>
              <a:rPr lang="ko-KR" altLang="en-US" dirty="0"/>
              <a:t>간단 유래</a:t>
            </a:r>
            <a:r>
              <a:rPr lang="en-US" altLang="ko-KR" dirty="0"/>
              <a:t>, </a:t>
            </a:r>
            <a:r>
              <a:rPr lang="ko-KR" altLang="en-US" dirty="0"/>
              <a:t>특징</a:t>
            </a:r>
            <a:r>
              <a:rPr lang="en-US" altLang="ko-KR" dirty="0"/>
              <a:t>, </a:t>
            </a:r>
            <a:r>
              <a:rPr lang="ko-KR" altLang="en-US" dirty="0"/>
              <a:t>제작법</a:t>
            </a:r>
            <a:r>
              <a:rPr lang="en-US" altLang="ko-KR" dirty="0"/>
              <a:t> </a:t>
            </a:r>
            <a:r>
              <a:rPr lang="ko-KR" altLang="en-US" dirty="0"/>
              <a:t>등의 정보</a:t>
            </a:r>
            <a:r>
              <a:rPr lang="en-US" altLang="ko-KR" dirty="0"/>
              <a:t>): </a:t>
            </a:r>
            <a:r>
              <a:rPr lang="ko-KR" altLang="en-US" dirty="0"/>
              <a:t>한국전통과자에 대한 정보제공 목적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디저트에 맞는 가게 추천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r>
              <a:rPr lang="en-US" altLang="ko-KR" dirty="0"/>
              <a:t>(ex: </a:t>
            </a:r>
            <a:r>
              <a:rPr lang="ko-KR" altLang="en-US" dirty="0"/>
              <a:t>유과가 유명한 </a:t>
            </a:r>
            <a:r>
              <a:rPr lang="ko-KR" altLang="en-US" dirty="0" err="1"/>
              <a:t>디저트가게</a:t>
            </a:r>
            <a:r>
              <a:rPr lang="en-US" altLang="ko-KR" dirty="0"/>
              <a:t>, </a:t>
            </a:r>
            <a:r>
              <a:rPr lang="ko-KR" altLang="en-US" dirty="0"/>
              <a:t>카페</a:t>
            </a:r>
            <a:r>
              <a:rPr lang="en-US" altLang="ko-KR" dirty="0"/>
              <a:t>, </a:t>
            </a:r>
            <a:r>
              <a:rPr lang="ko-KR" altLang="en-US" dirty="0"/>
              <a:t>브랜드 제공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037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/>
              <a:t>메인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226" y="1825625"/>
            <a:ext cx="8611548" cy="4351338"/>
          </a:xfrm>
        </p:spPr>
      </p:pic>
    </p:spTree>
    <p:extLst>
      <p:ext uri="{BB962C8B-B14F-4D97-AF65-F5344CB8AC3E}">
        <p14:creationId xmlns:p14="http://schemas.microsoft.com/office/powerpoint/2010/main" val="111890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 err="1"/>
              <a:t>정보페이지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282" y="1825625"/>
            <a:ext cx="8739435" cy="4351338"/>
          </a:xfrm>
        </p:spPr>
      </p:pic>
    </p:spTree>
    <p:extLst>
      <p:ext uri="{BB962C8B-B14F-4D97-AF65-F5344CB8AC3E}">
        <p14:creationId xmlns:p14="http://schemas.microsoft.com/office/powerpoint/2010/main" val="6316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/>
              <a:t>추천 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25" y="1825625"/>
            <a:ext cx="8638550" cy="4351338"/>
          </a:xfrm>
        </p:spPr>
      </p:pic>
    </p:spTree>
    <p:extLst>
      <p:ext uri="{BB962C8B-B14F-4D97-AF65-F5344CB8AC3E}">
        <p14:creationId xmlns:p14="http://schemas.microsoft.com/office/powerpoint/2010/main" val="122172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 목록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655" y="1825625"/>
            <a:ext cx="8642689" cy="4351338"/>
          </a:xfrm>
        </p:spPr>
      </p:pic>
    </p:spTree>
    <p:extLst>
      <p:ext uri="{BB962C8B-B14F-4D97-AF65-F5344CB8AC3E}">
        <p14:creationId xmlns:p14="http://schemas.microsoft.com/office/powerpoint/2010/main" val="212786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111</Words>
  <Application>Microsoft Office PowerPoint</Application>
  <PresentationFormat>와이드스크린</PresentationFormat>
  <Paragraphs>29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한국 전통과자 정보 웹사이트</vt:lpstr>
      <vt:lpstr>주제-</vt:lpstr>
      <vt:lpstr>주제-대상</vt:lpstr>
      <vt:lpstr>구성 요소</vt:lpstr>
      <vt:lpstr>목표 레퍼런스(메인)</vt:lpstr>
      <vt:lpstr>목표 레퍼런스(정보페이지)</vt:lpstr>
      <vt:lpstr>목표 레퍼런스(추천 페이지)</vt:lpstr>
      <vt:lpstr>목표 레퍼런스 목록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TJ</cp:lastModifiedBy>
  <cp:revision>4</cp:revision>
  <dcterms:created xsi:type="dcterms:W3CDTF">2025-01-15T20:39:36Z</dcterms:created>
  <dcterms:modified xsi:type="dcterms:W3CDTF">2025-01-16T00:41:31Z</dcterms:modified>
</cp:coreProperties>
</file>