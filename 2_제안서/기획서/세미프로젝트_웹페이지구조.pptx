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93" r:id="rId3"/>
    <p:sldId id="274" r:id="rId4"/>
    <p:sldId id="275" r:id="rId5"/>
    <p:sldId id="277" r:id="rId6"/>
    <p:sldId id="281" r:id="rId7"/>
    <p:sldId id="280" r:id="rId8"/>
    <p:sldId id="279" r:id="rId9"/>
    <p:sldId id="291" r:id="rId10"/>
    <p:sldId id="285" r:id="rId11"/>
    <p:sldId id="283" r:id="rId12"/>
    <p:sldId id="290" r:id="rId13"/>
    <p:sldId id="292" r:id="rId14"/>
    <p:sldId id="287" r:id="rId15"/>
    <p:sldId id="288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62" autoAdjust="0"/>
    <p:restoredTop sz="94660"/>
  </p:normalViewPr>
  <p:slideViewPr>
    <p:cSldViewPr snapToGrid="0">
      <p:cViewPr>
        <p:scale>
          <a:sx n="100" d="100"/>
          <a:sy n="100" d="100"/>
        </p:scale>
        <p:origin x="45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051A9-90CB-4EC9-814D-3870283AB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7D0A4F-BC6D-4C61-81FB-4CA56D97A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BC794-A6D8-42ED-B26A-9D77229B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86C3C4-B3CF-4C0A-B305-C7D05102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DD3FA-0FE2-444F-B205-A243ECCE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92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8827F-C27E-4076-8D08-F21808DA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B9360-954E-4439-8474-6170AFDB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98FF1-53C2-437F-93A7-6F4E020F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B8D6C-D592-4511-8E71-E82E9298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590D7-27EE-4F71-8034-AD69DD8E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76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DAF00-5405-4D2D-AB1D-DBE03999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0DA09-AF57-40A1-B19E-588D1F085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21202-4380-4300-AC6A-C1205669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DB2DD-2B7C-423C-A64C-9057257A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C8231F-F866-4E03-960B-AE5500D5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23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8E7E3-67C8-4D97-84DD-84267A67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3E70B6-98B9-419B-879C-EC8600949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9F195F-28B4-470C-A225-92B76C970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C198FA-10F9-4455-A4B1-4B18702A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12FBAB-69AD-4A9E-87A9-673EE785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E7BA3C-4694-4D46-833D-C11A5170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40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E683E-3D28-4878-B2F2-FAA506BE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8EA36-2559-4121-920C-5AC722AE1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FDE84B-2CC5-4BCC-B052-EA3314100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A0688-8128-45E0-88C7-99EFD1E12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8914DF-A06F-438D-B5A5-BC6D449FE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AF5D4-41C8-4625-A489-5432ACC0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FA3341-E717-4D26-A367-AEBAD4CC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C3C496-3EE0-45FB-8C30-FB162F1B3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99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4DAD5-B78E-4508-99E3-E6FA1026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441B6E-4CCF-4CA4-B65B-931FF8B86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25F5CA-B74A-4B48-9B21-477D43754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E792F8-06E9-4E50-97C8-4E49FC24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2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0576EF-4F46-494C-A674-ED5E8AB6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870662-698A-47D0-BCB7-7130C876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F2148-C5B2-422E-8B50-4C4855F3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9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D109B-F3F0-4AD7-8853-286E8480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1CB7C-9FE4-4723-9187-A68F4F65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C87644-7CD6-490C-BFDE-FA81C2C26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1D7F60-806E-4173-99BD-F0AAD4EE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25EAFC-0634-44FD-B9E3-853B8077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BCD62B-3E1B-4568-97FC-8136EC56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1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17BB4-2495-4C65-B0DB-798D2B19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9C08AE-58E9-4738-B0D4-BA64D2D9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930788-B8B1-4B95-BF3C-ADA8E4425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52520D-FD8F-437F-9EA1-950C5BDB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E050C0-6F73-4B1B-8805-AFEDAE08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83F88-ADC3-4459-AE97-18F5334A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15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85ABE-CC3A-4E03-B80C-E09258DF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2A19D8-0AB2-40CE-8224-4D6157A2B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53F559-C035-4A92-B71C-2408305E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75766-EF8F-4216-BAF5-E3A4962F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88D62-2726-43D9-8E41-159D71AB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6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3829EB-8DBC-4DF8-925C-3FDDF67F1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C1BDDF-BA79-401E-914D-ADF5C528F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F8C1F-1A07-4AD9-9C08-65B0AF77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6600C-D40B-4FAA-9B54-9F5BB305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4EC4C-A1AF-4377-A44D-8C0B9E29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32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239BB3-30BA-4945-A8F5-570F722B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4480AD-1E06-49E8-885D-DA3949B5C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24F6-F94B-4D21-9140-9D62914D4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81FB3-AA8B-429D-ABF6-7EDAF8F11967}" type="datetimeFigureOut">
              <a:rPr lang="ko-KR" altLang="en-US" smtClean="0"/>
              <a:t>2025-02-11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A5BA96-5C80-4CD7-80C2-E08CD3335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21DDE-198A-4E4B-9AB1-D3DCA3DB5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EF6F3-EF07-4D41-AA41-86B3276E9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90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FD5945D-4D90-4F4B-8EFB-7308CAC2A8B9}"/>
              </a:ext>
            </a:extLst>
          </p:cNvPr>
          <p:cNvSpPr/>
          <p:nvPr/>
        </p:nvSpPr>
        <p:spPr>
          <a:xfrm>
            <a:off x="73865" y="78910"/>
            <a:ext cx="2979727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메인페이지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ACAEF1-A089-43F0-BD97-281D16A81B9C}"/>
              </a:ext>
            </a:extLst>
          </p:cNvPr>
          <p:cNvSpPr/>
          <p:nvPr/>
        </p:nvSpPr>
        <p:spPr>
          <a:xfrm>
            <a:off x="189719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7D639E-708D-48C1-B208-3C4845FE5D4D}"/>
              </a:ext>
            </a:extLst>
          </p:cNvPr>
          <p:cNvSpPr/>
          <p:nvPr/>
        </p:nvSpPr>
        <p:spPr>
          <a:xfrm>
            <a:off x="189719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096" y="890332"/>
            <a:ext cx="9185528" cy="516686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17A811-259C-48E5-9392-3CF8196E0CD6}"/>
              </a:ext>
            </a:extLst>
          </p:cNvPr>
          <p:cNvSpPr/>
          <p:nvPr/>
        </p:nvSpPr>
        <p:spPr>
          <a:xfrm>
            <a:off x="2276273" y="1671513"/>
            <a:ext cx="1928742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0CD07D-D9FD-4C17-B662-D02CA4404789}"/>
              </a:ext>
            </a:extLst>
          </p:cNvPr>
          <p:cNvSpPr/>
          <p:nvPr/>
        </p:nvSpPr>
        <p:spPr>
          <a:xfrm>
            <a:off x="3130063" y="2737320"/>
            <a:ext cx="4853352" cy="2449167"/>
          </a:xfrm>
          <a:prstGeom prst="rect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endParaRPr lang="en-US" altLang="ko-KR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C1D9F4-B4A1-4F54-9FF8-39890C8CC514}"/>
              </a:ext>
            </a:extLst>
          </p:cNvPr>
          <p:cNvSpPr/>
          <p:nvPr/>
        </p:nvSpPr>
        <p:spPr>
          <a:xfrm>
            <a:off x="8466211" y="2737320"/>
            <a:ext cx="1908711" cy="150936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행사달력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82419F-58D0-46BD-A99A-25BFB70909B3}"/>
              </a:ext>
            </a:extLst>
          </p:cNvPr>
          <p:cNvSpPr/>
          <p:nvPr/>
        </p:nvSpPr>
        <p:spPr>
          <a:xfrm>
            <a:off x="8448627" y="4471009"/>
            <a:ext cx="1926295" cy="715478"/>
          </a:xfrm>
          <a:prstGeom prst="rect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광고 혹은 </a:t>
            </a:r>
            <a:r>
              <a:rPr lang="ko-KR" altLang="en-US" sz="1600" dirty="0" err="1"/>
              <a:t>최신글</a:t>
            </a:r>
            <a:endParaRPr lang="en-US" altLang="ko-KR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F380B1-51E0-4F1D-B948-9250091B81F1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24A51E-FF94-4476-B68F-36DE4CF09EA6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3AB6847-C593-4C4B-AA2F-9D5FED94DB88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26CF036-FFDC-438F-B1ED-8E3B8EC76426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36C60E88-9E1E-4EDC-8BFB-FEB493BE3892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8F8E26A-DD65-4DCB-BB31-AEAFCA371956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6EA17E-ECB1-4390-8D92-B6933894BD14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0B683AC-49D3-4F9B-97A0-6220F95DE42B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3560578-F521-4BCC-8075-5E03D8597CB1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04633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FD5945D-4D90-4F4B-8EFB-7308CAC2A8B9}"/>
              </a:ext>
            </a:extLst>
          </p:cNvPr>
          <p:cNvSpPr/>
          <p:nvPr/>
        </p:nvSpPr>
        <p:spPr>
          <a:xfrm>
            <a:off x="73865" y="78910"/>
            <a:ext cx="2979727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검색 결과</a:t>
            </a:r>
            <a:r>
              <a:rPr lang="en-US" altLang="ko-KR" dirty="0"/>
              <a:t>-</a:t>
            </a:r>
            <a:r>
              <a:rPr lang="ko-KR" altLang="en-US" dirty="0"/>
              <a:t>디저트만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ACAEF1-A089-43F0-BD97-281D16A81B9C}"/>
              </a:ext>
            </a:extLst>
          </p:cNvPr>
          <p:cNvSpPr/>
          <p:nvPr/>
        </p:nvSpPr>
        <p:spPr>
          <a:xfrm>
            <a:off x="189719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7D639E-708D-48C1-B208-3C4845FE5D4D}"/>
              </a:ext>
            </a:extLst>
          </p:cNvPr>
          <p:cNvSpPr/>
          <p:nvPr/>
        </p:nvSpPr>
        <p:spPr>
          <a:xfrm>
            <a:off x="189719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096" y="890332"/>
            <a:ext cx="9185528" cy="516686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17A811-259C-48E5-9392-3CF8196E0CD6}"/>
              </a:ext>
            </a:extLst>
          </p:cNvPr>
          <p:cNvSpPr/>
          <p:nvPr/>
        </p:nvSpPr>
        <p:spPr>
          <a:xfrm>
            <a:off x="2276273" y="1671513"/>
            <a:ext cx="1928742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F380B1-51E0-4F1D-B948-9250091B81F1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24A51E-FF94-4476-B68F-36DE4CF09EA6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3AB6847-C593-4C4B-AA2F-9D5FED94DB88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26CF036-FFDC-438F-B1ED-8E3B8EC76426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36C60E88-9E1E-4EDC-8BFB-FEB493BE3892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8F8E26A-DD65-4DCB-BB31-AEAFCA371956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6EA17E-ECB1-4390-8D92-B6933894BD14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0B683AC-49D3-4F9B-97A0-6220F95DE42B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3560578-F521-4BCC-8075-5E03D8597CB1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D9F61B-0CB1-40E6-953D-30DC2FA59FEC}"/>
              </a:ext>
            </a:extLst>
          </p:cNvPr>
          <p:cNvSpPr/>
          <p:nvPr/>
        </p:nvSpPr>
        <p:spPr>
          <a:xfrm>
            <a:off x="3080444" y="2713153"/>
            <a:ext cx="7482782" cy="25541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검색 결과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3AFC2D-BAB9-40FC-9B6B-E3E17DC1AFD0}"/>
              </a:ext>
            </a:extLst>
          </p:cNvPr>
          <p:cNvSpPr/>
          <p:nvPr/>
        </p:nvSpPr>
        <p:spPr>
          <a:xfrm rot="10800000" flipV="1">
            <a:off x="3896377" y="3220538"/>
            <a:ext cx="1422753" cy="11900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디저트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7C2455-281E-45C5-8310-1E5F8573A05A}"/>
              </a:ext>
            </a:extLst>
          </p:cNvPr>
          <p:cNvCxnSpPr>
            <a:cxnSpLocks/>
          </p:cNvCxnSpPr>
          <p:nvPr/>
        </p:nvCxnSpPr>
        <p:spPr>
          <a:xfrm>
            <a:off x="3896378" y="3063942"/>
            <a:ext cx="55970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7EE08AF-67B5-4981-9AF6-EF5E0EBF143F}"/>
              </a:ext>
            </a:extLst>
          </p:cNvPr>
          <p:cNvSpPr/>
          <p:nvPr/>
        </p:nvSpPr>
        <p:spPr>
          <a:xfrm rot="10800000" flipV="1">
            <a:off x="5328858" y="3220538"/>
            <a:ext cx="4164610" cy="1187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텍스트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D9A9256-CD8B-404C-A5C0-C96DB0AFA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290"/>
          <a:stretch/>
        </p:blipFill>
        <p:spPr>
          <a:xfrm>
            <a:off x="3896376" y="4577393"/>
            <a:ext cx="5608806" cy="681096"/>
          </a:xfrm>
          <a:prstGeom prst="rect">
            <a:avLst/>
          </a:prstGeom>
        </p:spPr>
      </p:pic>
      <p:pic>
        <p:nvPicPr>
          <p:cNvPr id="30" name="Picture 2" descr="스크롤바 이미지 - 게티이미지뱅크">
            <a:extLst>
              <a:ext uri="{FF2B5EF4-FFF2-40B4-BE49-F238E27FC236}">
                <a16:creationId xmlns:a16="http://schemas.microsoft.com/office/drawing/2014/main" id="{A1CD081D-6E4D-49E0-A30D-2707E0A25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8"/>
            <a:ext cx="318362" cy="248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84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6" name="그룹 35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38" name="직사각형 37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9" name="그림 3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136073" y="187398"/>
            <a:ext cx="2870670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  <a:r>
              <a:rPr lang="en-US" altLang="ko-KR" dirty="0"/>
              <a:t>-</a:t>
            </a:r>
            <a:r>
              <a:rPr lang="ko-KR" altLang="en-US" dirty="0"/>
              <a:t>로그인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D64388-99E3-4154-A243-6F2F80A20F33}"/>
              </a:ext>
            </a:extLst>
          </p:cNvPr>
          <p:cNvSpPr/>
          <p:nvPr/>
        </p:nvSpPr>
        <p:spPr>
          <a:xfrm>
            <a:off x="5879900" y="3111600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694906-A4C1-4297-9FB6-8E3124B7893C}"/>
              </a:ext>
            </a:extLst>
          </p:cNvPr>
          <p:cNvSpPr/>
          <p:nvPr/>
        </p:nvSpPr>
        <p:spPr>
          <a:xfrm>
            <a:off x="5879900" y="3660794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27" name="사각형: 둥근 모서리 11">
            <a:extLst>
              <a:ext uri="{FF2B5EF4-FFF2-40B4-BE49-F238E27FC236}">
                <a16:creationId xmlns:a16="http://schemas.microsoft.com/office/drawing/2014/main" id="{F098E90E-A2B0-439C-902D-F8F5B28980FB}"/>
              </a:ext>
            </a:extLst>
          </p:cNvPr>
          <p:cNvSpPr/>
          <p:nvPr/>
        </p:nvSpPr>
        <p:spPr>
          <a:xfrm>
            <a:off x="6149745" y="4294472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28" name="사각형: 둥근 모서리 12">
            <a:extLst>
              <a:ext uri="{FF2B5EF4-FFF2-40B4-BE49-F238E27FC236}">
                <a16:creationId xmlns:a16="http://schemas.microsoft.com/office/drawing/2014/main" id="{BCAA57DF-6B5D-4987-AD6A-7B260C1B08A4}"/>
              </a:ext>
            </a:extLst>
          </p:cNvPr>
          <p:cNvSpPr/>
          <p:nvPr/>
        </p:nvSpPr>
        <p:spPr>
          <a:xfrm>
            <a:off x="6149745" y="4774825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84B7F3-8204-408E-AB3C-DD958FAE6880}"/>
              </a:ext>
            </a:extLst>
          </p:cNvPr>
          <p:cNvSpPr/>
          <p:nvPr/>
        </p:nvSpPr>
        <p:spPr>
          <a:xfrm>
            <a:off x="5220271" y="3111600"/>
            <a:ext cx="654342" cy="3607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E38EBFA-DE3E-4CAA-923B-3F846F5AE094}"/>
              </a:ext>
            </a:extLst>
          </p:cNvPr>
          <p:cNvSpPr/>
          <p:nvPr/>
        </p:nvSpPr>
        <p:spPr>
          <a:xfrm>
            <a:off x="5220271" y="3670231"/>
            <a:ext cx="654342" cy="3607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EF64D4-2CE8-47D2-9480-5ABE8C59CA54}"/>
              </a:ext>
            </a:extLst>
          </p:cNvPr>
          <p:cNvSpPr/>
          <p:nvPr/>
        </p:nvSpPr>
        <p:spPr>
          <a:xfrm>
            <a:off x="4890045" y="2644937"/>
            <a:ext cx="4018327" cy="305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홈페이지에 오신 것을 환영합니다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C4E1D6-85D9-4DB1-97D5-335DEBAAA2EC}"/>
              </a:ext>
            </a:extLst>
          </p:cNvPr>
          <p:cNvSpPr txBox="1"/>
          <p:nvPr/>
        </p:nvSpPr>
        <p:spPr>
          <a:xfrm>
            <a:off x="6214154" y="5225077"/>
            <a:ext cx="12218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u="sng" dirty="0"/>
              <a:t>비밀번호 재발급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E6C382A-DD5E-4932-955F-49BAD0015A40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0EAAED-9C6F-4B30-B016-AE861A10531D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6CC1972-C935-473C-ADE4-C1ACDD9C819D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8EE16651-0DDD-4B28-96CA-54614CBCBCB0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5F0115E-9571-4825-96F6-F4A1ED62464F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5DA27B2-E63E-499B-B460-CD7B07B4AD1F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21E8B84-9CE7-49EC-856C-BDB5CCDBAB7B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CF2FF6-6F6B-4A48-9A75-98B50967D29D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4BFF844-A08D-4F41-9A88-B030779DFF9D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087B6DE-4944-4747-A810-D57CB7E6F6F7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03467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5" name="그룹 4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136073" y="187398"/>
            <a:ext cx="3025416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  <a:r>
              <a:rPr lang="en-US" altLang="ko-KR" dirty="0"/>
              <a:t>-</a:t>
            </a:r>
            <a:r>
              <a:rPr lang="ko-KR" altLang="en-US" dirty="0"/>
              <a:t>회원가입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145B38-A75A-4826-9D0A-1BF33ACF5562}"/>
              </a:ext>
            </a:extLst>
          </p:cNvPr>
          <p:cNvGrpSpPr/>
          <p:nvPr/>
        </p:nvGrpSpPr>
        <p:grpSpPr>
          <a:xfrm>
            <a:off x="5307024" y="2989359"/>
            <a:ext cx="2549949" cy="379602"/>
            <a:chOff x="4489812" y="2546911"/>
            <a:chExt cx="2549949" cy="3796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FD64388-99E3-4154-A243-6F2F80A20F33}"/>
                </a:ext>
              </a:extLst>
            </p:cNvPr>
            <p:cNvSpPr/>
            <p:nvPr/>
          </p:nvSpPr>
          <p:spPr>
            <a:xfrm>
              <a:off x="5149441" y="2546911"/>
              <a:ext cx="1890320" cy="37960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입력창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784B7F3-8204-408E-AB3C-DD958FAE6880}"/>
                </a:ext>
              </a:extLst>
            </p:cNvPr>
            <p:cNvSpPr/>
            <p:nvPr/>
          </p:nvSpPr>
          <p:spPr>
            <a:xfrm>
              <a:off x="4489812" y="2556349"/>
              <a:ext cx="654342" cy="360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EF64D4-2CE8-47D2-9480-5ABE8C59CA54}"/>
              </a:ext>
            </a:extLst>
          </p:cNvPr>
          <p:cNvSpPr/>
          <p:nvPr/>
        </p:nvSpPr>
        <p:spPr>
          <a:xfrm>
            <a:off x="4659369" y="2646802"/>
            <a:ext cx="4018327" cy="235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0DAED5B-14F2-412F-A4A9-B9629FF4D9BB}"/>
              </a:ext>
            </a:extLst>
          </p:cNvPr>
          <p:cNvGrpSpPr/>
          <p:nvPr/>
        </p:nvGrpSpPr>
        <p:grpSpPr>
          <a:xfrm>
            <a:off x="5307024" y="3504066"/>
            <a:ext cx="2549949" cy="379602"/>
            <a:chOff x="4489812" y="2546911"/>
            <a:chExt cx="2549949" cy="37960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10C44E4-000F-4E5B-9016-DA55F5D6CC5E}"/>
                </a:ext>
              </a:extLst>
            </p:cNvPr>
            <p:cNvSpPr/>
            <p:nvPr/>
          </p:nvSpPr>
          <p:spPr>
            <a:xfrm>
              <a:off x="5149441" y="2546911"/>
              <a:ext cx="1890320" cy="37960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입력창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5FCFE8-E1BA-4AE2-8E9A-1F3DBF62DBA1}"/>
                </a:ext>
              </a:extLst>
            </p:cNvPr>
            <p:cNvSpPr/>
            <p:nvPr/>
          </p:nvSpPr>
          <p:spPr>
            <a:xfrm>
              <a:off x="4489812" y="2556349"/>
              <a:ext cx="654342" cy="360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PW</a:t>
              </a:r>
              <a:endParaRPr lang="ko-KR" altLang="en-US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F4845BF-F657-4DC8-A9D3-B72E3DAAB084}"/>
              </a:ext>
            </a:extLst>
          </p:cNvPr>
          <p:cNvGrpSpPr/>
          <p:nvPr/>
        </p:nvGrpSpPr>
        <p:grpSpPr>
          <a:xfrm>
            <a:off x="5307024" y="4007228"/>
            <a:ext cx="2549949" cy="379602"/>
            <a:chOff x="4489812" y="2546911"/>
            <a:chExt cx="2549949" cy="37960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CFCFDB7-6AAE-4EE8-BCCA-0A99CDFA1633}"/>
                </a:ext>
              </a:extLst>
            </p:cNvPr>
            <p:cNvSpPr/>
            <p:nvPr/>
          </p:nvSpPr>
          <p:spPr>
            <a:xfrm>
              <a:off x="5149441" y="2546911"/>
              <a:ext cx="1890320" cy="37960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입력창</a:t>
              </a:r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4B22107-A30B-4B15-B9B2-E89FBBFB8286}"/>
                </a:ext>
              </a:extLst>
            </p:cNvPr>
            <p:cNvSpPr/>
            <p:nvPr/>
          </p:nvSpPr>
          <p:spPr>
            <a:xfrm>
              <a:off x="4489812" y="2556349"/>
              <a:ext cx="654342" cy="360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이름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D8248B-3974-4BF2-BEAF-A4F90253D446}"/>
              </a:ext>
            </a:extLst>
          </p:cNvPr>
          <p:cNvGrpSpPr/>
          <p:nvPr/>
        </p:nvGrpSpPr>
        <p:grpSpPr>
          <a:xfrm>
            <a:off x="5078820" y="4519828"/>
            <a:ext cx="2778153" cy="379602"/>
            <a:chOff x="4261608" y="2546911"/>
            <a:chExt cx="2778153" cy="37960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964657B-488D-4A29-A5B5-2A39501A4A05}"/>
                </a:ext>
              </a:extLst>
            </p:cNvPr>
            <p:cNvSpPr/>
            <p:nvPr/>
          </p:nvSpPr>
          <p:spPr>
            <a:xfrm>
              <a:off x="5149441" y="2546911"/>
              <a:ext cx="1890320" cy="37960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입력창</a:t>
              </a:r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D68FC45-173F-45A1-9A3A-5216C4F6F542}"/>
                </a:ext>
              </a:extLst>
            </p:cNvPr>
            <p:cNvSpPr/>
            <p:nvPr/>
          </p:nvSpPr>
          <p:spPr>
            <a:xfrm>
              <a:off x="4261608" y="2556349"/>
              <a:ext cx="882546" cy="360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이메일</a:t>
              </a:r>
              <a:endParaRPr lang="ko-KR" altLang="en-US" dirty="0"/>
            </a:p>
          </p:txBody>
        </p:sp>
      </p:grpSp>
      <p:sp>
        <p:nvSpPr>
          <p:cNvPr id="21" name="타원 20">
            <a:extLst>
              <a:ext uri="{FF2B5EF4-FFF2-40B4-BE49-F238E27FC236}">
                <a16:creationId xmlns:a16="http://schemas.microsoft.com/office/drawing/2014/main" id="{F41A5D7D-2A10-4CAC-B557-E68C9F95B99B}"/>
              </a:ext>
            </a:extLst>
          </p:cNvPr>
          <p:cNvSpPr/>
          <p:nvPr/>
        </p:nvSpPr>
        <p:spPr>
          <a:xfrm>
            <a:off x="6769200" y="4961121"/>
            <a:ext cx="142613" cy="14261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B37360-74C4-42F2-B30C-E2F11DE3B0E3}"/>
              </a:ext>
            </a:extLst>
          </p:cNvPr>
          <p:cNvSpPr/>
          <p:nvPr/>
        </p:nvSpPr>
        <p:spPr>
          <a:xfrm>
            <a:off x="6769201" y="5231446"/>
            <a:ext cx="142612" cy="14261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F7E66C1-B569-4B2A-A8BE-B48862E118A7}"/>
              </a:ext>
            </a:extLst>
          </p:cNvPr>
          <p:cNvSpPr/>
          <p:nvPr/>
        </p:nvSpPr>
        <p:spPr>
          <a:xfrm>
            <a:off x="6769199" y="5473859"/>
            <a:ext cx="142613" cy="14261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C8ECC3A-1912-44C6-B4E9-43EAA3CBC0AF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96A860-F3C0-4A6A-B858-8291B969BE8B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F0FA88E-6AF9-4C44-944C-E6A22F0BFCB9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8CF594ED-11F0-4F29-8CF8-3270678D3599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72E33C5A-704C-4B1D-90B5-F033A9F7965B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BB9A02D-B5A0-4AD1-926F-DD9E45D74B00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BA31149-15BC-4F6B-B675-FC9F8068F281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B38010-6612-4610-AF25-7923F4ED3446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3F8B840-F01D-4F1F-8130-D6AFA272B337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366B245-59B6-4572-B63F-5FCB1122FDF5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8578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183865-E5ED-4748-AA9E-D8823EF69738}"/>
              </a:ext>
            </a:extLst>
          </p:cNvPr>
          <p:cNvSpPr/>
          <p:nvPr/>
        </p:nvSpPr>
        <p:spPr>
          <a:xfrm>
            <a:off x="4476836" y="4061889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FD5C644-ACE0-44AF-B087-9C04FCC93BFD}"/>
              </a:ext>
            </a:extLst>
          </p:cNvPr>
          <p:cNvCxnSpPr/>
          <p:nvPr/>
        </p:nvCxnSpPr>
        <p:spPr>
          <a:xfrm>
            <a:off x="6804781" y="2848151"/>
            <a:ext cx="0" cy="2508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B2BABA-E079-4C2F-878F-78DDB4347891}"/>
              </a:ext>
            </a:extLst>
          </p:cNvPr>
          <p:cNvSpPr/>
          <p:nvPr/>
        </p:nvSpPr>
        <p:spPr>
          <a:xfrm>
            <a:off x="3802920" y="2715625"/>
            <a:ext cx="2231472" cy="3055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ID</a:t>
            </a:r>
            <a:r>
              <a:rPr lang="ko-KR" altLang="en-US" dirty="0"/>
              <a:t> 찾기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AFA804-E9CF-43ED-9AE3-1C3EAAA83978}"/>
              </a:ext>
            </a:extLst>
          </p:cNvPr>
          <p:cNvSpPr/>
          <p:nvPr/>
        </p:nvSpPr>
        <p:spPr>
          <a:xfrm>
            <a:off x="7519702" y="2715625"/>
            <a:ext cx="2231472" cy="3055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비밀번호 초기화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F2C729-EFFD-43FB-A6C7-0851A06CC430}"/>
              </a:ext>
            </a:extLst>
          </p:cNvPr>
          <p:cNvSpPr/>
          <p:nvPr/>
        </p:nvSpPr>
        <p:spPr>
          <a:xfrm>
            <a:off x="8302216" y="3320926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A9F3AE-AB34-4007-8B13-0741B7606C3D}"/>
              </a:ext>
            </a:extLst>
          </p:cNvPr>
          <p:cNvSpPr/>
          <p:nvPr/>
        </p:nvSpPr>
        <p:spPr>
          <a:xfrm>
            <a:off x="6881681" y="3357956"/>
            <a:ext cx="1386979" cy="3055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이메일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4890A4-1643-460D-9761-73CAB41A6796}"/>
              </a:ext>
            </a:extLst>
          </p:cNvPr>
          <p:cNvSpPr/>
          <p:nvPr/>
        </p:nvSpPr>
        <p:spPr>
          <a:xfrm>
            <a:off x="3245052" y="4098919"/>
            <a:ext cx="1386979" cy="3055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이메일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C099DA-4D15-4209-9F96-CEF6893726C3}"/>
              </a:ext>
            </a:extLst>
          </p:cNvPr>
          <p:cNvSpPr/>
          <p:nvPr/>
        </p:nvSpPr>
        <p:spPr>
          <a:xfrm>
            <a:off x="4481030" y="331745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E2948B-60E6-40A1-A027-6BDB89D3407D}"/>
              </a:ext>
            </a:extLst>
          </p:cNvPr>
          <p:cNvSpPr/>
          <p:nvPr/>
        </p:nvSpPr>
        <p:spPr>
          <a:xfrm>
            <a:off x="3249246" y="3354481"/>
            <a:ext cx="1386979" cy="3055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이름</a:t>
            </a:r>
          </a:p>
        </p:txBody>
      </p:sp>
      <p:sp>
        <p:nvSpPr>
          <p:cNvPr id="19" name="사각형: 둥근 모서리 29">
            <a:extLst>
              <a:ext uri="{FF2B5EF4-FFF2-40B4-BE49-F238E27FC236}">
                <a16:creationId xmlns:a16="http://schemas.microsoft.com/office/drawing/2014/main" id="{99A155DC-53E9-45C1-8F06-3D1CBE5946DA}"/>
              </a:ext>
            </a:extLst>
          </p:cNvPr>
          <p:cNvSpPr/>
          <p:nvPr/>
        </p:nvSpPr>
        <p:spPr>
          <a:xfrm>
            <a:off x="4243341" y="4931540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20" name="사각형: 둥근 모서리 30">
            <a:extLst>
              <a:ext uri="{FF2B5EF4-FFF2-40B4-BE49-F238E27FC236}">
                <a16:creationId xmlns:a16="http://schemas.microsoft.com/office/drawing/2014/main" id="{66FAA6E0-002E-44CD-8593-428C8A9E4F9A}"/>
              </a:ext>
            </a:extLst>
          </p:cNvPr>
          <p:cNvSpPr/>
          <p:nvPr/>
        </p:nvSpPr>
        <p:spPr>
          <a:xfrm>
            <a:off x="8015592" y="4932265"/>
            <a:ext cx="12471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확인</a:t>
            </a:r>
            <a:endParaRPr lang="ko-KR" altLang="en-US" dirty="0"/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  <a:r>
              <a:rPr lang="en-US" altLang="ko-KR" dirty="0"/>
              <a:t>-ID/PW</a:t>
            </a:r>
            <a:r>
              <a:rPr lang="ko-KR" altLang="en-US" dirty="0"/>
              <a:t>찾기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AB29BF4-B624-445A-B7E4-F9EA91EEC511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79D139-B477-477F-AC7C-49C7F15C53D3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BC88DF-42D3-4BBB-A21C-4ADCA45E4672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8D0CFFF-C470-46B8-96AC-0FAD9ECF48E3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FBA1DD7-D84D-49E3-9625-B39D0DBABC06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01D6315-CDA0-4FC6-8F9E-6F13E001D9E8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DDBD775B-72FD-4CF7-8F6D-EFAFE20E4235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BA8260-1E48-4F63-A9A4-9AB8CA6BD16F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E0F0F80-220C-4748-A5AB-9CC7342F5DA1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05A61F1-0BE2-4289-AA38-DA438ECFD126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10030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181374" y="894945"/>
            <a:ext cx="9302817" cy="5228231"/>
            <a:chOff x="2181374" y="894945"/>
            <a:chExt cx="9302817" cy="5228231"/>
          </a:xfrm>
        </p:grpSpPr>
        <p:sp>
          <p:nvSpPr>
            <p:cNvPr id="5" name="직사각형 4"/>
            <p:cNvSpPr/>
            <p:nvPr/>
          </p:nvSpPr>
          <p:spPr>
            <a:xfrm>
              <a:off x="2181374" y="894945"/>
              <a:ext cx="9302817" cy="52258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1102" y="899029"/>
              <a:ext cx="9287372" cy="5224147"/>
            </a:xfrm>
            <a:prstGeom prst="rect">
              <a:avLst/>
            </a:prstGeom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007EDD-73EA-4489-BB38-180DDCC813F5}"/>
              </a:ext>
            </a:extLst>
          </p:cNvPr>
          <p:cNvSpPr/>
          <p:nvPr/>
        </p:nvSpPr>
        <p:spPr>
          <a:xfrm>
            <a:off x="2175656" y="5734149"/>
            <a:ext cx="9302817" cy="3766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푸터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4821251" y="2673241"/>
            <a:ext cx="4604103" cy="2784720"/>
            <a:chOff x="4926905" y="2643314"/>
            <a:chExt cx="3838171" cy="370257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43B80A3-605B-43E1-8AAD-93A23F33AFCE}"/>
                </a:ext>
              </a:extLst>
            </p:cNvPr>
            <p:cNvSpPr/>
            <p:nvPr/>
          </p:nvSpPr>
          <p:spPr>
            <a:xfrm>
              <a:off x="4926905" y="2643314"/>
              <a:ext cx="3838171" cy="5347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개인정보 관리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9EE9607-7477-42ED-AD26-9778B369A8DA}"/>
                </a:ext>
              </a:extLst>
            </p:cNvPr>
            <p:cNvGrpSpPr/>
            <p:nvPr/>
          </p:nvGrpSpPr>
          <p:grpSpPr>
            <a:xfrm>
              <a:off x="5277841" y="3329827"/>
              <a:ext cx="2549949" cy="379602"/>
              <a:chOff x="4489812" y="2546911"/>
              <a:chExt cx="2549949" cy="379602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607AA6B-A755-42C2-8B29-90C34574DFF4}"/>
                  </a:ext>
                </a:extLst>
              </p:cNvPr>
              <p:cNvSpPr/>
              <p:nvPr/>
            </p:nvSpPr>
            <p:spPr>
              <a:xfrm>
                <a:off x="5149441" y="2546911"/>
                <a:ext cx="1890320" cy="3796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 err="1"/>
                  <a:t>입력창</a:t>
                </a:r>
                <a:endParaRPr lang="ko-KR" altLang="en-US" sz="1600" dirty="0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E1D8D58-07E8-409E-A2AD-0CEC8E1CA8CD}"/>
                  </a:ext>
                </a:extLst>
              </p:cNvPr>
              <p:cNvSpPr/>
              <p:nvPr/>
            </p:nvSpPr>
            <p:spPr>
              <a:xfrm>
                <a:off x="4489812" y="2556349"/>
                <a:ext cx="654342" cy="360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ID</a:t>
                </a:r>
                <a:endParaRPr lang="ko-KR" altLang="en-US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3F32CA5-5C3C-49E5-9842-1BDC2832413D}"/>
                </a:ext>
              </a:extLst>
            </p:cNvPr>
            <p:cNvGrpSpPr/>
            <p:nvPr/>
          </p:nvGrpSpPr>
          <p:grpSpPr>
            <a:xfrm>
              <a:off x="5277841" y="3844534"/>
              <a:ext cx="2549949" cy="379602"/>
              <a:chOff x="4489812" y="2546911"/>
              <a:chExt cx="2549949" cy="379602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5CCC76B9-49A2-4EBF-BD02-39F1FE954B62}"/>
                  </a:ext>
                </a:extLst>
              </p:cNvPr>
              <p:cNvSpPr/>
              <p:nvPr/>
            </p:nvSpPr>
            <p:spPr>
              <a:xfrm>
                <a:off x="5149441" y="2546911"/>
                <a:ext cx="1890320" cy="3796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 err="1"/>
                  <a:t>입력창</a:t>
                </a:r>
                <a:endParaRPr lang="ko-KR" altLang="en-US" sz="1600" dirty="0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9FAC0133-E2EE-4EE6-B2BA-58013C62F7DE}"/>
                  </a:ext>
                </a:extLst>
              </p:cNvPr>
              <p:cNvSpPr/>
              <p:nvPr/>
            </p:nvSpPr>
            <p:spPr>
              <a:xfrm>
                <a:off x="4489812" y="2556349"/>
                <a:ext cx="654342" cy="360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PW</a:t>
                </a:r>
                <a:endParaRPr lang="ko-KR" altLang="en-US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654AC9B-61D2-4E23-9184-A18C56BA4921}"/>
                </a:ext>
              </a:extLst>
            </p:cNvPr>
            <p:cNvGrpSpPr/>
            <p:nvPr/>
          </p:nvGrpSpPr>
          <p:grpSpPr>
            <a:xfrm>
              <a:off x="5277841" y="4347696"/>
              <a:ext cx="2549949" cy="379602"/>
              <a:chOff x="4489812" y="2546911"/>
              <a:chExt cx="2549949" cy="379602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2DD8DAB-9918-4140-B5D7-37C0C6F59576}"/>
                  </a:ext>
                </a:extLst>
              </p:cNvPr>
              <p:cNvSpPr/>
              <p:nvPr/>
            </p:nvSpPr>
            <p:spPr>
              <a:xfrm>
                <a:off x="5149441" y="2546911"/>
                <a:ext cx="1890320" cy="3796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 err="1"/>
                  <a:t>입력창</a:t>
                </a:r>
                <a:endParaRPr lang="ko-KR" altLang="en-US" sz="1600" dirty="0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B3A53B51-DB6E-4BEA-8B98-CE5AFDDD9065}"/>
                  </a:ext>
                </a:extLst>
              </p:cNvPr>
              <p:cNvSpPr/>
              <p:nvPr/>
            </p:nvSpPr>
            <p:spPr>
              <a:xfrm>
                <a:off x="4489812" y="2556349"/>
                <a:ext cx="654342" cy="360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/>
                  <a:t>PW</a:t>
                </a:r>
                <a:r>
                  <a:rPr lang="ko-KR" altLang="en-US" sz="1050" dirty="0"/>
                  <a:t>확인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643A6F0-A570-4010-AA77-BB2DE5831CEA}"/>
                </a:ext>
              </a:extLst>
            </p:cNvPr>
            <p:cNvGrpSpPr/>
            <p:nvPr/>
          </p:nvGrpSpPr>
          <p:grpSpPr>
            <a:xfrm>
              <a:off x="5049637" y="4860296"/>
              <a:ext cx="2778153" cy="379602"/>
              <a:chOff x="4261608" y="2546911"/>
              <a:chExt cx="2778153" cy="379602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C86F0FB-6537-4F3B-8236-67E55C664C7E}"/>
                  </a:ext>
                </a:extLst>
              </p:cNvPr>
              <p:cNvSpPr/>
              <p:nvPr/>
            </p:nvSpPr>
            <p:spPr>
              <a:xfrm>
                <a:off x="5149441" y="2546911"/>
                <a:ext cx="1890320" cy="37960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 err="1"/>
                  <a:t>입력창</a:t>
                </a:r>
                <a:endParaRPr lang="ko-KR" altLang="en-US" sz="1600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6212E1-71FB-41E5-B3EC-D43C896324C1}"/>
                  </a:ext>
                </a:extLst>
              </p:cNvPr>
              <p:cNvSpPr/>
              <p:nvPr/>
            </p:nvSpPr>
            <p:spPr>
              <a:xfrm>
                <a:off x="4261608" y="2556349"/>
                <a:ext cx="882546" cy="360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이메일</a:t>
                </a:r>
                <a:endParaRPr lang="ko-KR" altLang="en-US" dirty="0"/>
              </a:p>
            </p:txBody>
          </p:sp>
        </p:grp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3E8B427-5A7A-4835-92F5-3626C0567777}"/>
                </a:ext>
              </a:extLst>
            </p:cNvPr>
            <p:cNvSpPr/>
            <p:nvPr/>
          </p:nvSpPr>
          <p:spPr>
            <a:xfrm>
              <a:off x="6740017" y="5301589"/>
              <a:ext cx="117726" cy="14261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E69CF7B-D494-42BA-AB33-F5142AC90D4B}"/>
                </a:ext>
              </a:extLst>
            </p:cNvPr>
            <p:cNvSpPr/>
            <p:nvPr/>
          </p:nvSpPr>
          <p:spPr>
            <a:xfrm>
              <a:off x="6740018" y="5571913"/>
              <a:ext cx="117725" cy="14261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3C521CC0-B731-4277-9781-C3DCF59C0DA9}"/>
                </a:ext>
              </a:extLst>
            </p:cNvPr>
            <p:cNvSpPr/>
            <p:nvPr/>
          </p:nvSpPr>
          <p:spPr>
            <a:xfrm>
              <a:off x="6740016" y="5838717"/>
              <a:ext cx="117726" cy="14261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9">
              <a:extLst>
                <a:ext uri="{FF2B5EF4-FFF2-40B4-BE49-F238E27FC236}">
                  <a16:creationId xmlns:a16="http://schemas.microsoft.com/office/drawing/2014/main" id="{D592C41C-15DE-47DD-8B4D-C42AA15BC385}"/>
                </a:ext>
              </a:extLst>
            </p:cNvPr>
            <p:cNvSpPr/>
            <p:nvPr/>
          </p:nvSpPr>
          <p:spPr>
            <a:xfrm>
              <a:off x="6136007" y="6013735"/>
              <a:ext cx="1350630" cy="332151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수정</a:t>
              </a:r>
            </a:p>
          </p:txBody>
        </p:sp>
      </p:grpSp>
      <p:sp>
        <p:nvSpPr>
          <p:cNvPr id="32" name="사각형: 둥근 모서리 7">
            <a:extLst>
              <a:ext uri="{FF2B5EF4-FFF2-40B4-BE49-F238E27FC236}">
                <a16:creationId xmlns:a16="http://schemas.microsoft.com/office/drawing/2014/main" id="{B87EFD9D-5C80-4E6B-8CE1-0098C9948E5B}"/>
              </a:ext>
            </a:extLst>
          </p:cNvPr>
          <p:cNvSpPr/>
          <p:nvPr/>
        </p:nvSpPr>
        <p:spPr>
          <a:xfrm>
            <a:off x="3346958" y="2659641"/>
            <a:ext cx="1355343" cy="26635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dirty="0"/>
              <a:t>관리</a:t>
            </a:r>
            <a:endParaRPr lang="en-US" altLang="ko-KR" dirty="0"/>
          </a:p>
          <a:p>
            <a:pPr algn="ctr"/>
            <a:r>
              <a:rPr lang="en-US" altLang="ko-KR" dirty="0"/>
              <a:t>---------</a:t>
            </a:r>
          </a:p>
        </p:txBody>
      </p:sp>
      <p:sp>
        <p:nvSpPr>
          <p:cNvPr id="33" name="사각형: 둥근 모서리 9">
            <a:extLst>
              <a:ext uri="{FF2B5EF4-FFF2-40B4-BE49-F238E27FC236}">
                <a16:creationId xmlns:a16="http://schemas.microsoft.com/office/drawing/2014/main" id="{E26F4FA4-F337-42C6-B091-5C49E654CE46}"/>
              </a:ext>
            </a:extLst>
          </p:cNvPr>
          <p:cNvSpPr/>
          <p:nvPr/>
        </p:nvSpPr>
        <p:spPr>
          <a:xfrm>
            <a:off x="3454184" y="3908233"/>
            <a:ext cx="1140891" cy="297156"/>
          </a:xfrm>
          <a:prstGeom prst="round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게시글</a:t>
            </a:r>
          </a:p>
        </p:txBody>
      </p:sp>
      <p:sp>
        <p:nvSpPr>
          <p:cNvPr id="34" name="사각형: 둥근 모서리 10">
            <a:extLst>
              <a:ext uri="{FF2B5EF4-FFF2-40B4-BE49-F238E27FC236}">
                <a16:creationId xmlns:a16="http://schemas.microsoft.com/office/drawing/2014/main" id="{F0DD7E96-C6F6-4630-AB43-66B15B94535D}"/>
              </a:ext>
            </a:extLst>
          </p:cNvPr>
          <p:cNvSpPr/>
          <p:nvPr/>
        </p:nvSpPr>
        <p:spPr>
          <a:xfrm>
            <a:off x="3454183" y="3374827"/>
            <a:ext cx="1140891" cy="297156"/>
          </a:xfrm>
          <a:prstGeom prst="round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개인정보</a:t>
            </a:r>
          </a:p>
        </p:txBody>
      </p:sp>
      <p:sp>
        <p:nvSpPr>
          <p:cNvPr id="35" name="사각형: 둥근 모서리 9">
            <a:extLst>
              <a:ext uri="{FF2B5EF4-FFF2-40B4-BE49-F238E27FC236}">
                <a16:creationId xmlns:a16="http://schemas.microsoft.com/office/drawing/2014/main" id="{E26F4FA4-F337-42C6-B091-5C49E654CE46}"/>
              </a:ext>
            </a:extLst>
          </p:cNvPr>
          <p:cNvSpPr/>
          <p:nvPr/>
        </p:nvSpPr>
        <p:spPr>
          <a:xfrm>
            <a:off x="3465908" y="4482661"/>
            <a:ext cx="1140891" cy="297156"/>
          </a:xfrm>
          <a:prstGeom prst="round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북마크</a:t>
            </a:r>
            <a:endParaRPr lang="ko-KR" altLang="en-US" dirty="0"/>
          </a:p>
        </p:txBody>
      </p:sp>
      <p:sp>
        <p:nvSpPr>
          <p:cNvPr id="36" name="사각형: 둥근 모서리 3">
            <a:extLst>
              <a:ext uri="{FF2B5EF4-FFF2-40B4-BE49-F238E27FC236}">
                <a16:creationId xmlns:a16="http://schemas.microsoft.com/office/drawing/2014/main" id="{AFD5945D-4D90-4F4B-8EFB-7308CAC2A8B9}"/>
              </a:ext>
            </a:extLst>
          </p:cNvPr>
          <p:cNvSpPr/>
          <p:nvPr/>
        </p:nvSpPr>
        <p:spPr>
          <a:xfrm>
            <a:off x="73865" y="49726"/>
            <a:ext cx="2979727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마이페이지</a:t>
            </a:r>
            <a:r>
              <a:rPr lang="en-US" altLang="ko-KR" dirty="0"/>
              <a:t>-</a:t>
            </a:r>
            <a:r>
              <a:rPr lang="ko-KR" altLang="en-US" dirty="0"/>
              <a:t>개인정보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276272" y="2136920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985115" y="1730509"/>
            <a:ext cx="2292485" cy="233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마이 페이지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50639DF-B9DB-442B-AF8D-B28F688C444F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4D97B6E-7DBE-441B-AF4A-DBA1810D464A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02BB309-01AB-4E6E-A09B-9D5A40007CD1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4A7A2B1D-9281-4994-90E6-B0FDF01F2D19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3D52CC1-8C10-44FB-82A1-60F3BA3854AE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ED517B11-FCB6-4DD2-B351-5B519AB73CDD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1A5B436D-9ECB-43D9-8A38-25ACB8418199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45" name="Picture 2" descr="스크롤바 이미지 - 게티이미지뱅크">
            <a:extLst>
              <a:ext uri="{FF2B5EF4-FFF2-40B4-BE49-F238E27FC236}">
                <a16:creationId xmlns:a16="http://schemas.microsoft.com/office/drawing/2014/main" id="{EBF71859-E726-4006-B629-169CF0BFE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282447-C042-42B6-A487-089B39082FF5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39DD565-8AB5-4EB4-AF69-4FF606CE12FA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</p:spTree>
    <p:extLst>
      <p:ext uri="{BB962C8B-B14F-4D97-AF65-F5344CB8AC3E}">
        <p14:creationId xmlns:p14="http://schemas.microsoft.com/office/powerpoint/2010/main" val="396373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마이페이지</a:t>
            </a:r>
            <a:r>
              <a:rPr lang="en-US" altLang="ko-KR" dirty="0"/>
              <a:t>-</a:t>
            </a:r>
            <a:r>
              <a:rPr lang="ko-KR" altLang="en-US" dirty="0" err="1"/>
              <a:t>게시글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3376247" y="2661138"/>
            <a:ext cx="6072554" cy="3070626"/>
            <a:chOff x="2877424" y="2250182"/>
            <a:chExt cx="5523059" cy="3454182"/>
          </a:xfrm>
        </p:grpSpPr>
        <p:sp>
          <p:nvSpPr>
            <p:cNvPr id="10" name="사각형: 둥근 모서리 7">
              <a:extLst>
                <a:ext uri="{FF2B5EF4-FFF2-40B4-BE49-F238E27FC236}">
                  <a16:creationId xmlns:a16="http://schemas.microsoft.com/office/drawing/2014/main" id="{B87EFD9D-5C80-4E6B-8CE1-0098C9948E5B}"/>
                </a:ext>
              </a:extLst>
            </p:cNvPr>
            <p:cNvSpPr/>
            <p:nvPr/>
          </p:nvSpPr>
          <p:spPr>
            <a:xfrm>
              <a:off x="2877424" y="2303067"/>
              <a:ext cx="1325460" cy="297724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관리</a:t>
              </a:r>
              <a:endParaRPr lang="en-US" altLang="ko-KR" dirty="0"/>
            </a:p>
            <a:p>
              <a:pPr algn="ctr"/>
              <a:r>
                <a:rPr lang="en-US" altLang="ko-KR" dirty="0"/>
                <a:t>---------</a:t>
              </a:r>
            </a:p>
          </p:txBody>
        </p:sp>
        <p:sp>
          <p:nvSpPr>
            <p:cNvPr id="11" name="사각형: 둥근 모서리 8">
              <a:extLst>
                <a:ext uri="{FF2B5EF4-FFF2-40B4-BE49-F238E27FC236}">
                  <a16:creationId xmlns:a16="http://schemas.microsoft.com/office/drawing/2014/main" id="{E68957DB-140A-42CD-AE3B-9DD18B4E445D}"/>
                </a:ext>
              </a:extLst>
            </p:cNvPr>
            <p:cNvSpPr/>
            <p:nvPr/>
          </p:nvSpPr>
          <p:spPr>
            <a:xfrm>
              <a:off x="2982286" y="3103676"/>
              <a:ext cx="1115736" cy="332151"/>
            </a:xfrm>
            <a:prstGeom prst="round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개인정보</a:t>
              </a:r>
            </a:p>
          </p:txBody>
        </p:sp>
        <p:sp>
          <p:nvSpPr>
            <p:cNvPr id="12" name="사각형: 둥근 모서리 9">
              <a:extLst>
                <a:ext uri="{FF2B5EF4-FFF2-40B4-BE49-F238E27FC236}">
                  <a16:creationId xmlns:a16="http://schemas.microsoft.com/office/drawing/2014/main" id="{E26F4FA4-F337-42C6-B091-5C49E654CE46}"/>
                </a:ext>
              </a:extLst>
            </p:cNvPr>
            <p:cNvSpPr/>
            <p:nvPr/>
          </p:nvSpPr>
          <p:spPr>
            <a:xfrm>
              <a:off x="2982286" y="3674193"/>
              <a:ext cx="1115736" cy="332151"/>
            </a:xfrm>
            <a:prstGeom prst="roundRect">
              <a:avLst/>
            </a:prstGeom>
            <a:solidFill>
              <a:srgbClr val="FFC00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게시글</a:t>
              </a:r>
            </a:p>
          </p:txBody>
        </p:sp>
        <p:sp>
          <p:nvSpPr>
            <p:cNvPr id="13" name="사각형: 둥근 모서리 10">
              <a:extLst>
                <a:ext uri="{FF2B5EF4-FFF2-40B4-BE49-F238E27FC236}">
                  <a16:creationId xmlns:a16="http://schemas.microsoft.com/office/drawing/2014/main" id="{F0DD7E96-C6F6-4630-AB43-66B15B94535D}"/>
                </a:ext>
              </a:extLst>
            </p:cNvPr>
            <p:cNvSpPr/>
            <p:nvPr/>
          </p:nvSpPr>
          <p:spPr>
            <a:xfrm>
              <a:off x="2982286" y="4285545"/>
              <a:ext cx="1115736" cy="332151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북마크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43B80A3-605B-43E1-8AAD-93A23F33AFCE}"/>
                </a:ext>
              </a:extLst>
            </p:cNvPr>
            <p:cNvSpPr/>
            <p:nvPr/>
          </p:nvSpPr>
          <p:spPr>
            <a:xfrm>
              <a:off x="4382156" y="2250182"/>
              <a:ext cx="4018327" cy="2673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게시글 목록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2CAF42-5C90-47BF-B064-A3D15B672A18}"/>
                </a:ext>
              </a:extLst>
            </p:cNvPr>
            <p:cNvSpPr/>
            <p:nvPr/>
          </p:nvSpPr>
          <p:spPr>
            <a:xfrm>
              <a:off x="4382156" y="2620998"/>
              <a:ext cx="4018327" cy="26593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E0FDA3-C3A3-48EB-A292-89D052F3C179}"/>
                </a:ext>
              </a:extLst>
            </p:cNvPr>
            <p:cNvSpPr txBox="1"/>
            <p:nvPr/>
          </p:nvSpPr>
          <p:spPr>
            <a:xfrm>
              <a:off x="4544822" y="2731066"/>
              <a:ext cx="895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게시판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62E52C-9D03-4308-AC99-48E7973AF8E0}"/>
                </a:ext>
              </a:extLst>
            </p:cNvPr>
            <p:cNvSpPr txBox="1"/>
            <p:nvPr/>
          </p:nvSpPr>
          <p:spPr>
            <a:xfrm>
              <a:off x="5517607" y="2742150"/>
              <a:ext cx="26991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/>
                <a:t>게시글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7480DEE-FCD0-4D69-9F86-6DC7711D899B}"/>
                </a:ext>
              </a:extLst>
            </p:cNvPr>
            <p:cNvCxnSpPr>
              <a:cxnSpLocks/>
            </p:cNvCxnSpPr>
            <p:nvPr/>
          </p:nvCxnSpPr>
          <p:spPr>
            <a:xfrm>
              <a:off x="5479605" y="2733106"/>
              <a:ext cx="0" cy="23706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643D831-D500-418A-B55A-8F49D2E5D4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413" y="3117175"/>
              <a:ext cx="37713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11ADA6-849D-4F45-83E3-16CC379B5F1B}"/>
                </a:ext>
              </a:extLst>
            </p:cNvPr>
            <p:cNvSpPr txBox="1"/>
            <p:nvPr/>
          </p:nvSpPr>
          <p:spPr>
            <a:xfrm>
              <a:off x="4544822" y="3243179"/>
              <a:ext cx="895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레시피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DD17CD-7F5C-4019-AEA6-7850608108A7}"/>
                </a:ext>
              </a:extLst>
            </p:cNvPr>
            <p:cNvSpPr txBox="1"/>
            <p:nvPr/>
          </p:nvSpPr>
          <p:spPr>
            <a:xfrm>
              <a:off x="5517607" y="3254263"/>
              <a:ext cx="26991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/>
                <a:t>유과만드는</a:t>
              </a:r>
              <a:r>
                <a:rPr lang="ko-KR" altLang="en-US" dirty="0"/>
                <a:t> 법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5FB7A2-663C-4D46-9D2F-5F71F6B29057}"/>
                </a:ext>
              </a:extLst>
            </p:cNvPr>
            <p:cNvSpPr txBox="1"/>
            <p:nvPr/>
          </p:nvSpPr>
          <p:spPr>
            <a:xfrm>
              <a:off x="4539535" y="3624000"/>
              <a:ext cx="895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카페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C3FA23-A5F1-4D21-B717-B7A8C86A1D28}"/>
                </a:ext>
              </a:extLst>
            </p:cNvPr>
            <p:cNvSpPr txBox="1"/>
            <p:nvPr/>
          </p:nvSpPr>
          <p:spPr>
            <a:xfrm>
              <a:off x="5512320" y="3635084"/>
              <a:ext cx="26991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/>
                <a:t>OO </a:t>
              </a:r>
              <a:r>
                <a:rPr lang="ko-KR" altLang="en-US" dirty="0"/>
                <a:t>카페 방문 후기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0656D2-CF7C-4E7A-9ECB-B0EA667A9322}"/>
                </a:ext>
              </a:extLst>
            </p:cNvPr>
            <p:cNvSpPr txBox="1"/>
            <p:nvPr/>
          </p:nvSpPr>
          <p:spPr>
            <a:xfrm>
              <a:off x="4539535" y="4048131"/>
              <a:ext cx="895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디저트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24A1A5-7B14-46BA-AD85-AA0FD2221337}"/>
                </a:ext>
              </a:extLst>
            </p:cNvPr>
            <p:cNvSpPr txBox="1"/>
            <p:nvPr/>
          </p:nvSpPr>
          <p:spPr>
            <a:xfrm>
              <a:off x="5512320" y="4059215"/>
              <a:ext cx="26991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/>
                <a:t>크림 약과 먹은 후기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EACCD87-D89C-43D5-803B-9D3A06365524}"/>
                </a:ext>
              </a:extLst>
            </p:cNvPr>
            <p:cNvSpPr/>
            <p:nvPr/>
          </p:nvSpPr>
          <p:spPr>
            <a:xfrm>
              <a:off x="6868738" y="4502161"/>
              <a:ext cx="142613" cy="14261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F698089-4802-46E0-BA91-0C7525D699D2}"/>
                </a:ext>
              </a:extLst>
            </p:cNvPr>
            <p:cNvSpPr/>
            <p:nvPr/>
          </p:nvSpPr>
          <p:spPr>
            <a:xfrm>
              <a:off x="6868739" y="4772486"/>
              <a:ext cx="142612" cy="14261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8A8B250-4294-4FF2-B9A3-F0A54336B8FA}"/>
                </a:ext>
              </a:extLst>
            </p:cNvPr>
            <p:cNvSpPr/>
            <p:nvPr/>
          </p:nvSpPr>
          <p:spPr>
            <a:xfrm>
              <a:off x="6868737" y="5039289"/>
              <a:ext cx="142613" cy="14261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64E553-EA5B-4D2C-AA3F-8E7850513401}"/>
                </a:ext>
              </a:extLst>
            </p:cNvPr>
            <p:cNvSpPr txBox="1"/>
            <p:nvPr/>
          </p:nvSpPr>
          <p:spPr>
            <a:xfrm>
              <a:off x="5514669" y="5335032"/>
              <a:ext cx="1753299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&lt;1 2 3 …. </a:t>
              </a:r>
              <a:r>
                <a:rPr lang="ko-KR" altLang="en-US" dirty="0"/>
                <a:t>끝</a:t>
              </a:r>
              <a:r>
                <a:rPr lang="en-US" altLang="ko-KR" dirty="0"/>
                <a:t>&gt;</a:t>
              </a:r>
              <a:endParaRPr lang="ko-KR" altLang="en-US" dirty="0"/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8985115" y="1730509"/>
            <a:ext cx="2292485" cy="233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마이 페이지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4655A6D-CDC2-4A8E-85F9-1280421CDFCE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89FD64B-0F72-4BA2-9F72-EDB4D6E20BA5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407EC6D-80BB-4D35-AF9B-DF73397F81A2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5680874C-5586-4326-AE53-D987C66D9746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C3DEEF1-A9E9-4E2B-A02D-17B3FFA64B28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4462AF61-8428-472C-849D-EDAF6C18BDCF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E37AC08A-2103-4088-AE9A-B93994DFDB53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41" name="Picture 2" descr="스크롤바 이미지 - 게티이미지뱅크">
            <a:extLst>
              <a:ext uri="{FF2B5EF4-FFF2-40B4-BE49-F238E27FC236}">
                <a16:creationId xmlns:a16="http://schemas.microsoft.com/office/drawing/2014/main" id="{A9EA986D-AA83-41AC-A99A-F6F0150D5D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22DFB58B-9BFA-4281-9EE7-3CC761FCDDCA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65A4719-8F6F-468D-A308-B39F9FE650FC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</p:spTree>
    <p:extLst>
      <p:ext uri="{BB962C8B-B14F-4D97-AF65-F5344CB8AC3E}">
        <p14:creationId xmlns:p14="http://schemas.microsoft.com/office/powerpoint/2010/main" val="70748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마이페이지</a:t>
            </a:r>
            <a:r>
              <a:rPr lang="en-US" altLang="ko-KR" dirty="0"/>
              <a:t>-</a:t>
            </a:r>
            <a:r>
              <a:rPr lang="ko-KR" altLang="en-US" dirty="0" err="1"/>
              <a:t>북마크</a:t>
            </a:r>
            <a:endParaRPr lang="ko-KR" altLang="en-US" dirty="0"/>
          </a:p>
        </p:txBody>
      </p:sp>
      <p:grpSp>
        <p:nvGrpSpPr>
          <p:cNvPr id="34" name="그룹 33"/>
          <p:cNvGrpSpPr/>
          <p:nvPr/>
        </p:nvGrpSpPr>
        <p:grpSpPr>
          <a:xfrm>
            <a:off x="3300779" y="2633857"/>
            <a:ext cx="6159744" cy="3090258"/>
            <a:chOff x="3300779" y="2633857"/>
            <a:chExt cx="5647580" cy="3090258"/>
          </a:xfrm>
        </p:grpSpPr>
        <p:sp>
          <p:nvSpPr>
            <p:cNvPr id="10" name="사각형: 둥근 모서리 7">
              <a:extLst>
                <a:ext uri="{FF2B5EF4-FFF2-40B4-BE49-F238E27FC236}">
                  <a16:creationId xmlns:a16="http://schemas.microsoft.com/office/drawing/2014/main" id="{B87EFD9D-5C80-4E6B-8CE1-0098C9948E5B}"/>
                </a:ext>
              </a:extLst>
            </p:cNvPr>
            <p:cNvSpPr/>
            <p:nvPr/>
          </p:nvSpPr>
          <p:spPr>
            <a:xfrm>
              <a:off x="3300779" y="2681171"/>
              <a:ext cx="1355343" cy="266356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관리</a:t>
              </a:r>
              <a:endParaRPr lang="en-US" altLang="ko-KR" dirty="0"/>
            </a:p>
            <a:p>
              <a:pPr algn="ctr"/>
              <a:r>
                <a:rPr lang="en-US" altLang="ko-KR" dirty="0"/>
                <a:t>---------</a:t>
              </a:r>
            </a:p>
          </p:txBody>
        </p:sp>
        <p:sp>
          <p:nvSpPr>
            <p:cNvPr id="11" name="사각형: 둥근 모서리 8">
              <a:extLst>
                <a:ext uri="{FF2B5EF4-FFF2-40B4-BE49-F238E27FC236}">
                  <a16:creationId xmlns:a16="http://schemas.microsoft.com/office/drawing/2014/main" id="{E68957DB-140A-42CD-AE3B-9DD18B4E445D}"/>
                </a:ext>
              </a:extLst>
            </p:cNvPr>
            <p:cNvSpPr/>
            <p:nvPr/>
          </p:nvSpPr>
          <p:spPr>
            <a:xfrm>
              <a:off x="3408005" y="3448339"/>
              <a:ext cx="1140891" cy="297156"/>
            </a:xfrm>
            <a:prstGeom prst="round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개인정보</a:t>
              </a:r>
            </a:p>
          </p:txBody>
        </p:sp>
        <p:sp>
          <p:nvSpPr>
            <p:cNvPr id="12" name="사각형: 둥근 모서리 9">
              <a:extLst>
                <a:ext uri="{FF2B5EF4-FFF2-40B4-BE49-F238E27FC236}">
                  <a16:creationId xmlns:a16="http://schemas.microsoft.com/office/drawing/2014/main" id="{E26F4FA4-F337-42C6-B091-5C49E654CE46}"/>
                </a:ext>
              </a:extLst>
            </p:cNvPr>
            <p:cNvSpPr/>
            <p:nvPr/>
          </p:nvSpPr>
          <p:spPr>
            <a:xfrm>
              <a:off x="3408005" y="3929763"/>
              <a:ext cx="1140891" cy="297156"/>
            </a:xfrm>
            <a:prstGeom prst="round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게시글</a:t>
              </a:r>
            </a:p>
          </p:txBody>
        </p:sp>
        <p:sp>
          <p:nvSpPr>
            <p:cNvPr id="13" name="사각형: 둥근 모서리 10">
              <a:extLst>
                <a:ext uri="{FF2B5EF4-FFF2-40B4-BE49-F238E27FC236}">
                  <a16:creationId xmlns:a16="http://schemas.microsoft.com/office/drawing/2014/main" id="{F0DD7E96-C6F6-4630-AB43-66B15B94535D}"/>
                </a:ext>
              </a:extLst>
            </p:cNvPr>
            <p:cNvSpPr/>
            <p:nvPr/>
          </p:nvSpPr>
          <p:spPr>
            <a:xfrm>
              <a:off x="3408005" y="4470689"/>
              <a:ext cx="1140891" cy="297156"/>
            </a:xfrm>
            <a:prstGeom prst="roundRect">
              <a:avLst/>
            </a:prstGeom>
            <a:solidFill>
              <a:srgbClr val="FFC00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북마크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43B80A3-605B-43E1-8AAD-93A23F33AFCE}"/>
                </a:ext>
              </a:extLst>
            </p:cNvPr>
            <p:cNvSpPr/>
            <p:nvPr/>
          </p:nvSpPr>
          <p:spPr>
            <a:xfrm>
              <a:off x="4839436" y="2633857"/>
              <a:ext cx="4108923" cy="2392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게시글 목록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2CAF42-5C90-47BF-B064-A3D15B672A18}"/>
                </a:ext>
              </a:extLst>
            </p:cNvPr>
            <p:cNvSpPr/>
            <p:nvPr/>
          </p:nvSpPr>
          <p:spPr>
            <a:xfrm>
              <a:off x="4839436" y="2965605"/>
              <a:ext cx="4108923" cy="23791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E0FDA3-C3A3-48EB-A292-89D052F3C179}"/>
                </a:ext>
              </a:extLst>
            </p:cNvPr>
            <p:cNvSpPr txBox="1"/>
            <p:nvPr/>
          </p:nvSpPr>
          <p:spPr>
            <a:xfrm>
              <a:off x="5005769" y="3064077"/>
              <a:ext cx="915715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게시판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62E52C-9D03-4308-AC99-48E7973AF8E0}"/>
                </a:ext>
              </a:extLst>
            </p:cNvPr>
            <p:cNvSpPr txBox="1"/>
            <p:nvPr/>
          </p:nvSpPr>
          <p:spPr>
            <a:xfrm>
              <a:off x="6000486" y="3073993"/>
              <a:ext cx="2760012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/>
                <a:t>게시글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7480DEE-FCD0-4D69-9F86-6DC7711D89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1628" y="3065902"/>
              <a:ext cx="0" cy="21209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643D831-D500-418A-B55A-8F49D2E5D4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2976" y="3409506"/>
              <a:ext cx="385638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11ADA6-849D-4F45-83E3-16CC379B5F1B}"/>
                </a:ext>
              </a:extLst>
            </p:cNvPr>
            <p:cNvSpPr txBox="1"/>
            <p:nvPr/>
          </p:nvSpPr>
          <p:spPr>
            <a:xfrm>
              <a:off x="5005769" y="3522235"/>
              <a:ext cx="915715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레시피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DD17CD-7F5C-4019-AEA6-7850608108A7}"/>
                </a:ext>
              </a:extLst>
            </p:cNvPr>
            <p:cNvSpPr txBox="1"/>
            <p:nvPr/>
          </p:nvSpPr>
          <p:spPr>
            <a:xfrm>
              <a:off x="6000486" y="3532151"/>
              <a:ext cx="2760012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/>
                <a:t>유과만드는</a:t>
              </a:r>
              <a:r>
                <a:rPr lang="ko-KR" altLang="en-US" dirty="0"/>
                <a:t> 법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5FB7A2-663C-4D46-9D2F-5F71F6B29057}"/>
                </a:ext>
              </a:extLst>
            </p:cNvPr>
            <p:cNvSpPr txBox="1"/>
            <p:nvPr/>
          </p:nvSpPr>
          <p:spPr>
            <a:xfrm>
              <a:off x="5000363" y="3862933"/>
              <a:ext cx="915715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카페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C3FA23-A5F1-4D21-B717-B7A8C86A1D28}"/>
                </a:ext>
              </a:extLst>
            </p:cNvPr>
            <p:cNvSpPr txBox="1"/>
            <p:nvPr/>
          </p:nvSpPr>
          <p:spPr>
            <a:xfrm>
              <a:off x="5995080" y="3872849"/>
              <a:ext cx="2760012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/>
                <a:t>OO </a:t>
              </a:r>
              <a:r>
                <a:rPr lang="ko-KR" altLang="en-US" dirty="0"/>
                <a:t>카페 방문 후기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0656D2-CF7C-4E7A-9ECB-B0EA667A9322}"/>
                </a:ext>
              </a:extLst>
            </p:cNvPr>
            <p:cNvSpPr txBox="1"/>
            <p:nvPr/>
          </p:nvSpPr>
          <p:spPr>
            <a:xfrm>
              <a:off x="5000363" y="4242379"/>
              <a:ext cx="915715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디저트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24A1A5-7B14-46BA-AD85-AA0FD2221337}"/>
                </a:ext>
              </a:extLst>
            </p:cNvPr>
            <p:cNvSpPr txBox="1"/>
            <p:nvPr/>
          </p:nvSpPr>
          <p:spPr>
            <a:xfrm>
              <a:off x="5995080" y="4252295"/>
              <a:ext cx="2760012" cy="330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/>
                <a:t>크림 약과 먹은 후기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EACCD87-D89C-43D5-803B-9D3A06365524}"/>
                </a:ext>
              </a:extLst>
            </p:cNvPr>
            <p:cNvSpPr/>
            <p:nvPr/>
          </p:nvSpPr>
          <p:spPr>
            <a:xfrm>
              <a:off x="7382079" y="4648573"/>
              <a:ext cx="145828" cy="12758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F698089-4802-46E0-BA91-0C7525D699D2}"/>
                </a:ext>
              </a:extLst>
            </p:cNvPr>
            <p:cNvSpPr/>
            <p:nvPr/>
          </p:nvSpPr>
          <p:spPr>
            <a:xfrm>
              <a:off x="7382080" y="4890417"/>
              <a:ext cx="145827" cy="12758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8A8B250-4294-4FF2-B9A3-F0A54336B8FA}"/>
                </a:ext>
              </a:extLst>
            </p:cNvPr>
            <p:cNvSpPr/>
            <p:nvPr/>
          </p:nvSpPr>
          <p:spPr>
            <a:xfrm>
              <a:off x="7382078" y="5129111"/>
              <a:ext cx="145828" cy="12758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64E553-EA5B-4D2C-AA3F-8E7850513401}"/>
                </a:ext>
              </a:extLst>
            </p:cNvPr>
            <p:cNvSpPr txBox="1"/>
            <p:nvPr/>
          </p:nvSpPr>
          <p:spPr>
            <a:xfrm>
              <a:off x="5997482" y="5393695"/>
              <a:ext cx="1792828" cy="3304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&lt;1 2 3 …. </a:t>
              </a:r>
              <a:r>
                <a:rPr lang="ko-KR" altLang="en-US" dirty="0"/>
                <a:t>끝</a:t>
              </a:r>
              <a:r>
                <a:rPr lang="en-US" altLang="ko-KR" dirty="0"/>
                <a:t>&gt;</a:t>
              </a:r>
              <a:endParaRPr lang="ko-KR" altLang="en-US" dirty="0"/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8985115" y="1730509"/>
            <a:ext cx="2292485" cy="233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마이 페이지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8830D67-70F3-47B7-A557-7DA0681194C7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ED79D7B-086A-4ABC-91BE-38707E8B21A1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A1EE054-793F-4B0D-ABCE-B1C7BA427358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9DBC4F79-B6EA-4EFE-99C5-5E3E53C10A00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8215952-F415-45FF-87D5-33541487DFF9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7E9BB31F-9C08-4806-84E3-564682D59166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FBD06DF-F034-4BD0-8789-84F5DB09E85C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41" name="Picture 2" descr="스크롤바 이미지 - 게티이미지뱅크">
            <a:extLst>
              <a:ext uri="{FF2B5EF4-FFF2-40B4-BE49-F238E27FC236}">
                <a16:creationId xmlns:a16="http://schemas.microsoft.com/office/drawing/2014/main" id="{DB62C024-17D7-4493-BFE1-9755975AF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A49C4DD-B55B-4C57-90B1-F5669674BA5F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5DC02A3-5C5D-4FD7-8DE8-874EEAEC67E5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</p:spTree>
    <p:extLst>
      <p:ext uri="{BB962C8B-B14F-4D97-AF65-F5344CB8AC3E}">
        <p14:creationId xmlns:p14="http://schemas.microsoft.com/office/powerpoint/2010/main" val="395748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E1ACF0-3A87-4D9A-8108-CD91E9B596F3}"/>
              </a:ext>
            </a:extLst>
          </p:cNvPr>
          <p:cNvSpPr/>
          <p:nvPr/>
        </p:nvSpPr>
        <p:spPr>
          <a:xfrm rot="10800000" flipV="1">
            <a:off x="136073" y="2232956"/>
            <a:ext cx="1093595" cy="441560"/>
          </a:xfrm>
          <a:prstGeom prst="rect">
            <a:avLst/>
          </a:prstGeom>
          <a:ln w="158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▽ 드롭다운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5B2A911-4EF4-4A60-8291-EF8BAAC94D38}"/>
              </a:ext>
            </a:extLst>
          </p:cNvPr>
          <p:cNvCxnSpPr>
            <a:cxnSpLocks/>
          </p:cNvCxnSpPr>
          <p:nvPr/>
        </p:nvCxnSpPr>
        <p:spPr>
          <a:xfrm>
            <a:off x="114860" y="2977759"/>
            <a:ext cx="72169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F6CEEDE-2A9B-4E7D-A207-47AF916EBCF0}"/>
              </a:ext>
            </a:extLst>
          </p:cNvPr>
          <p:cNvSpPr txBox="1"/>
          <p:nvPr/>
        </p:nvSpPr>
        <p:spPr>
          <a:xfrm>
            <a:off x="892642" y="279309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구분선</a:t>
            </a:r>
          </a:p>
        </p:txBody>
      </p:sp>
      <p:sp>
        <p:nvSpPr>
          <p:cNvPr id="35" name="사각형: 둥근 모서리 3">
            <a:extLst>
              <a:ext uri="{FF2B5EF4-FFF2-40B4-BE49-F238E27FC236}">
                <a16:creationId xmlns:a16="http://schemas.microsoft.com/office/drawing/2014/main" id="{AFD5945D-4D90-4F4B-8EFB-7308CAC2A8B9}"/>
              </a:ext>
            </a:extLst>
          </p:cNvPr>
          <p:cNvSpPr/>
          <p:nvPr/>
        </p:nvSpPr>
        <p:spPr>
          <a:xfrm>
            <a:off x="73865" y="78910"/>
            <a:ext cx="2979727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디저트 정보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64E553-EA5B-4D2C-AA3F-8E7850513401}"/>
              </a:ext>
            </a:extLst>
          </p:cNvPr>
          <p:cNvSpPr txBox="1"/>
          <p:nvPr/>
        </p:nvSpPr>
        <p:spPr>
          <a:xfrm>
            <a:off x="5792793" y="5360892"/>
            <a:ext cx="1970360" cy="333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&lt;1 2 3 …. </a:t>
            </a:r>
            <a:r>
              <a:rPr lang="ko-KR" altLang="en-US" dirty="0"/>
              <a:t>끝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A431213-CF4C-4D30-A8C6-44B135CA412C}"/>
              </a:ext>
            </a:extLst>
          </p:cNvPr>
          <p:cNvCxnSpPr>
            <a:cxnSpLocks/>
          </p:cNvCxnSpPr>
          <p:nvPr/>
        </p:nvCxnSpPr>
        <p:spPr>
          <a:xfrm>
            <a:off x="3996969" y="3054440"/>
            <a:ext cx="55970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2462BE1-DF5C-482B-8C00-393427342415}"/>
              </a:ext>
            </a:extLst>
          </p:cNvPr>
          <p:cNvSpPr/>
          <p:nvPr/>
        </p:nvSpPr>
        <p:spPr>
          <a:xfrm rot="10800000" flipV="1">
            <a:off x="3996968" y="3549426"/>
            <a:ext cx="1422753" cy="11900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디저트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A5D88C1-192D-42DD-9881-9B3BE5429D6D}"/>
              </a:ext>
            </a:extLst>
          </p:cNvPr>
          <p:cNvSpPr/>
          <p:nvPr/>
        </p:nvSpPr>
        <p:spPr>
          <a:xfrm>
            <a:off x="8253669" y="3115676"/>
            <a:ext cx="1340391" cy="2139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검색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75C1FA-82CB-4BE9-85C5-83245F3A5F55}"/>
              </a:ext>
            </a:extLst>
          </p:cNvPr>
          <p:cNvCxnSpPr>
            <a:cxnSpLocks/>
          </p:cNvCxnSpPr>
          <p:nvPr/>
        </p:nvCxnSpPr>
        <p:spPr>
          <a:xfrm>
            <a:off x="3996969" y="3392830"/>
            <a:ext cx="55970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9FD40F3-C909-4658-A1F4-882C66DA2E45}"/>
              </a:ext>
            </a:extLst>
          </p:cNvPr>
          <p:cNvSpPr/>
          <p:nvPr/>
        </p:nvSpPr>
        <p:spPr>
          <a:xfrm rot="10800000" flipV="1">
            <a:off x="5429449" y="3549426"/>
            <a:ext cx="4164610" cy="1187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텍스트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1AAC2F8-61BF-4C9C-AB1E-A74406DBE3B2}"/>
              </a:ext>
            </a:extLst>
          </p:cNvPr>
          <p:cNvSpPr/>
          <p:nvPr/>
        </p:nvSpPr>
        <p:spPr>
          <a:xfrm rot="10800000" flipV="1">
            <a:off x="4079328" y="3117640"/>
            <a:ext cx="1040359" cy="208743"/>
          </a:xfrm>
          <a:prstGeom prst="rect">
            <a:avLst/>
          </a:prstGeom>
          <a:ln w="158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▽ 지역별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996967" y="2674516"/>
            <a:ext cx="1895833" cy="2893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전통 디저트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F9E5D47-4F31-4AE2-8B28-00C42ADEB32A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90EA7F-A522-4CC6-AC65-8FEBA7A9DB9A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06FF242-A83F-4F5B-9D49-9D3CFE8DF550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BEA41FB-0BE8-4FC3-9283-8FA1DED65F8A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1A352E1-4DD6-464B-A5D3-3B8EF71AFAD0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6DE8F21-49A6-4812-A772-3D099A9A79A1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DA376C71-B216-493B-88BB-BAC4993B9E79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7383F6A-ABFE-4CE3-834E-509C8D15B2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290"/>
          <a:stretch/>
        </p:blipFill>
        <p:spPr>
          <a:xfrm>
            <a:off x="3996967" y="4761347"/>
            <a:ext cx="5608806" cy="681096"/>
          </a:xfrm>
          <a:prstGeom prst="rect">
            <a:avLst/>
          </a:prstGeom>
        </p:spPr>
      </p:pic>
      <p:pic>
        <p:nvPicPr>
          <p:cNvPr id="38" name="Picture 2" descr="스크롤바 이미지 - 게티이미지뱅크">
            <a:extLst>
              <a:ext uri="{FF2B5EF4-FFF2-40B4-BE49-F238E27FC236}">
                <a16:creationId xmlns:a16="http://schemas.microsoft.com/office/drawing/2014/main" id="{71A5D17E-40EA-4EFE-939C-10BE72CBF5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CB9ACF8B-DFF2-435E-9DED-0A6F337E0B04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6832362-B0F7-4726-B243-E56B342A465F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82E2702-D90A-4D87-845C-68C7064899A8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85320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E1ACF0-3A87-4D9A-8108-CD91E9B596F3}"/>
              </a:ext>
            </a:extLst>
          </p:cNvPr>
          <p:cNvSpPr/>
          <p:nvPr/>
        </p:nvSpPr>
        <p:spPr>
          <a:xfrm rot="10800000" flipV="1">
            <a:off x="136073" y="2232956"/>
            <a:ext cx="1093595" cy="441560"/>
          </a:xfrm>
          <a:prstGeom prst="rect">
            <a:avLst/>
          </a:prstGeom>
          <a:ln w="158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▽ 드롭다운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5B2A911-4EF4-4A60-8291-EF8BAAC94D38}"/>
              </a:ext>
            </a:extLst>
          </p:cNvPr>
          <p:cNvCxnSpPr>
            <a:cxnSpLocks/>
          </p:cNvCxnSpPr>
          <p:nvPr/>
        </p:nvCxnSpPr>
        <p:spPr>
          <a:xfrm>
            <a:off x="114860" y="2977759"/>
            <a:ext cx="72169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F6CEEDE-2A9B-4E7D-A207-47AF916EBCF0}"/>
              </a:ext>
            </a:extLst>
          </p:cNvPr>
          <p:cNvSpPr txBox="1"/>
          <p:nvPr/>
        </p:nvSpPr>
        <p:spPr>
          <a:xfrm>
            <a:off x="892642" y="279309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구분선</a:t>
            </a:r>
          </a:p>
        </p:txBody>
      </p:sp>
      <p:sp>
        <p:nvSpPr>
          <p:cNvPr id="35" name="사각형: 둥근 모서리 3">
            <a:extLst>
              <a:ext uri="{FF2B5EF4-FFF2-40B4-BE49-F238E27FC236}">
                <a16:creationId xmlns:a16="http://schemas.microsoft.com/office/drawing/2014/main" id="{AFD5945D-4D90-4F4B-8EFB-7308CAC2A8B9}"/>
              </a:ext>
            </a:extLst>
          </p:cNvPr>
          <p:cNvSpPr/>
          <p:nvPr/>
        </p:nvSpPr>
        <p:spPr>
          <a:xfrm>
            <a:off x="73865" y="78910"/>
            <a:ext cx="2979727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카페 정보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64E553-EA5B-4D2C-AA3F-8E7850513401}"/>
              </a:ext>
            </a:extLst>
          </p:cNvPr>
          <p:cNvSpPr txBox="1"/>
          <p:nvPr/>
        </p:nvSpPr>
        <p:spPr>
          <a:xfrm>
            <a:off x="5792793" y="5360892"/>
            <a:ext cx="1970360" cy="333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&lt;1 2 3 …. </a:t>
            </a:r>
            <a:r>
              <a:rPr lang="ko-KR" altLang="en-US" dirty="0"/>
              <a:t>끝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A431213-CF4C-4D30-A8C6-44B135CA412C}"/>
              </a:ext>
            </a:extLst>
          </p:cNvPr>
          <p:cNvCxnSpPr>
            <a:cxnSpLocks/>
          </p:cNvCxnSpPr>
          <p:nvPr/>
        </p:nvCxnSpPr>
        <p:spPr>
          <a:xfrm>
            <a:off x="3996969" y="3054440"/>
            <a:ext cx="55970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2462BE1-DF5C-482B-8C00-393427342415}"/>
              </a:ext>
            </a:extLst>
          </p:cNvPr>
          <p:cNvSpPr/>
          <p:nvPr/>
        </p:nvSpPr>
        <p:spPr>
          <a:xfrm rot="10800000" flipV="1">
            <a:off x="3996968" y="3549426"/>
            <a:ext cx="1422753" cy="11900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카페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A5D88C1-192D-42DD-9881-9B3BE5429D6D}"/>
              </a:ext>
            </a:extLst>
          </p:cNvPr>
          <p:cNvSpPr/>
          <p:nvPr/>
        </p:nvSpPr>
        <p:spPr>
          <a:xfrm>
            <a:off x="8253669" y="3115676"/>
            <a:ext cx="1340391" cy="2139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검색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75C1FA-82CB-4BE9-85C5-83245F3A5F55}"/>
              </a:ext>
            </a:extLst>
          </p:cNvPr>
          <p:cNvCxnSpPr>
            <a:cxnSpLocks/>
          </p:cNvCxnSpPr>
          <p:nvPr/>
        </p:nvCxnSpPr>
        <p:spPr>
          <a:xfrm>
            <a:off x="3996969" y="3392830"/>
            <a:ext cx="559709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9FD40F3-C909-4658-A1F4-882C66DA2E45}"/>
              </a:ext>
            </a:extLst>
          </p:cNvPr>
          <p:cNvSpPr/>
          <p:nvPr/>
        </p:nvSpPr>
        <p:spPr>
          <a:xfrm rot="10800000" flipV="1">
            <a:off x="5429449" y="3549426"/>
            <a:ext cx="4164610" cy="1187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텍스트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1AAC2F8-61BF-4C9C-AB1E-A74406DBE3B2}"/>
              </a:ext>
            </a:extLst>
          </p:cNvPr>
          <p:cNvSpPr/>
          <p:nvPr/>
        </p:nvSpPr>
        <p:spPr>
          <a:xfrm rot="10800000" flipV="1">
            <a:off x="4079328" y="3117640"/>
            <a:ext cx="1040359" cy="208743"/>
          </a:xfrm>
          <a:prstGeom prst="rect">
            <a:avLst/>
          </a:prstGeom>
          <a:ln w="158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▽ 지역별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996967" y="2674516"/>
            <a:ext cx="1895833" cy="2893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전통 카페 목록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F9E5D47-4F31-4AE2-8B28-00C42ADEB32A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90EA7F-A522-4CC6-AC65-8FEBA7A9DB9A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06FF242-A83F-4F5B-9D49-9D3CFE8DF550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BEA41FB-0BE8-4FC3-9283-8FA1DED65F8A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1A352E1-4DD6-464B-A5D3-3B8EF71AFAD0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6DE8F21-49A6-4812-A772-3D099A9A79A1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DA376C71-B216-493B-88BB-BAC4993B9E79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7383F6A-ABFE-4CE3-834E-509C8D15B2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290"/>
          <a:stretch/>
        </p:blipFill>
        <p:spPr>
          <a:xfrm>
            <a:off x="3996967" y="4761347"/>
            <a:ext cx="5608806" cy="681096"/>
          </a:xfrm>
          <a:prstGeom prst="rect">
            <a:avLst/>
          </a:prstGeom>
        </p:spPr>
      </p:pic>
      <p:pic>
        <p:nvPicPr>
          <p:cNvPr id="47" name="Picture 2" descr="스크롤바 이미지 - 게티이미지뱅크">
            <a:extLst>
              <a:ext uri="{FF2B5EF4-FFF2-40B4-BE49-F238E27FC236}">
                <a16:creationId xmlns:a16="http://schemas.microsoft.com/office/drawing/2014/main" id="{421F1F10-F174-44EF-A87B-961B9E4154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25011352-B896-4EA9-A34E-C016416083AB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3248075-2F82-48CF-8626-8467D016D741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9B4E6D9-5280-4756-8CA5-AC56E9FC4000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49817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이용자 게시판</a:t>
            </a:r>
            <a:r>
              <a:rPr lang="en-US" altLang="ko-KR" dirty="0"/>
              <a:t>-</a:t>
            </a:r>
            <a:r>
              <a:rPr lang="ko-KR" altLang="en-US" dirty="0"/>
              <a:t>게시판 목록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3160661" y="3088672"/>
            <a:ext cx="1556588" cy="1872539"/>
            <a:chOff x="3238150" y="2775148"/>
            <a:chExt cx="1676400" cy="2040531"/>
          </a:xfrm>
        </p:grpSpPr>
        <p:sp>
          <p:nvSpPr>
            <p:cNvPr id="7" name="직사각형 6"/>
            <p:cNvSpPr/>
            <p:nvPr/>
          </p:nvSpPr>
          <p:spPr>
            <a:xfrm>
              <a:off x="3238150" y="2775148"/>
              <a:ext cx="1676400" cy="365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전체 목록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238150" y="3325198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ko-KR" altLang="en-US" dirty="0">
                  <a:solidFill>
                    <a:schemeClr val="tx1"/>
                  </a:solidFill>
                </a:rPr>
                <a:t>카페 추천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38150" y="3898866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ko-KR" altLang="en-US" dirty="0">
                  <a:solidFill>
                    <a:schemeClr val="tx1"/>
                  </a:solidFill>
                </a:rPr>
                <a:t>디저트 추천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238150" y="4450340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레시피 공유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5D88C1-192D-42DD-9881-9B3BE5429D6D}"/>
              </a:ext>
            </a:extLst>
          </p:cNvPr>
          <p:cNvSpPr/>
          <p:nvPr/>
        </p:nvSpPr>
        <p:spPr>
          <a:xfrm>
            <a:off x="8945326" y="2706351"/>
            <a:ext cx="1340391" cy="2139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검색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3160661" y="2644132"/>
            <a:ext cx="7202539" cy="338390"/>
            <a:chOff x="4102477" y="2644132"/>
            <a:chExt cx="5597098" cy="33839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A431213-CF4C-4D30-A8C6-44B135CA412C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77" y="2644132"/>
              <a:ext cx="55970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B75C1FA-82CB-4BE9-85C5-83245F3A5F55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77" y="2982522"/>
              <a:ext cx="55970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/>
          <p:cNvCxnSpPr/>
          <p:nvPr/>
        </p:nvCxnSpPr>
        <p:spPr>
          <a:xfrm flipV="1">
            <a:off x="4794739" y="2706351"/>
            <a:ext cx="0" cy="2139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4794739" y="3051153"/>
            <a:ext cx="0" cy="23766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4872231" y="3990631"/>
            <a:ext cx="5490970" cy="8383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EACCD87-D89C-43D5-803B-9D3A06365524}"/>
              </a:ext>
            </a:extLst>
          </p:cNvPr>
          <p:cNvSpPr/>
          <p:nvPr/>
        </p:nvSpPr>
        <p:spPr>
          <a:xfrm>
            <a:off x="7326573" y="4899022"/>
            <a:ext cx="82112" cy="7075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F698089-4802-46E0-BA91-0C7525D699D2}"/>
              </a:ext>
            </a:extLst>
          </p:cNvPr>
          <p:cNvSpPr/>
          <p:nvPr/>
        </p:nvSpPr>
        <p:spPr>
          <a:xfrm>
            <a:off x="7326573" y="5102767"/>
            <a:ext cx="82111" cy="707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8A8B250-4294-4FF2-B9A3-F0A54336B8FA}"/>
              </a:ext>
            </a:extLst>
          </p:cNvPr>
          <p:cNvSpPr/>
          <p:nvPr/>
        </p:nvSpPr>
        <p:spPr>
          <a:xfrm>
            <a:off x="7326572" y="5303360"/>
            <a:ext cx="82112" cy="7075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492048" y="5354783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&lt;1 2 3 …. </a:t>
            </a:r>
            <a:r>
              <a:rPr lang="ko-KR" altLang="en-US" dirty="0"/>
              <a:t>끝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915967" y="4020955"/>
            <a:ext cx="1053784" cy="7660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057127" y="4618149"/>
            <a:ext cx="2655197" cy="168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게시 날짜       </a:t>
            </a:r>
            <a:r>
              <a:rPr lang="en-US" altLang="ko-KR" sz="900" dirty="0">
                <a:solidFill>
                  <a:schemeClr val="tx1"/>
                </a:solidFill>
              </a:rPr>
              <a:t>|</a:t>
            </a:r>
            <a:r>
              <a:rPr lang="ko-KR" altLang="en-US" sz="900" dirty="0">
                <a:solidFill>
                  <a:schemeClr val="tx1"/>
                </a:solidFill>
              </a:rPr>
              <a:t>      조회수       </a:t>
            </a:r>
            <a:r>
              <a:rPr lang="en-US" altLang="ko-KR" sz="900" dirty="0">
                <a:solidFill>
                  <a:schemeClr val="tx1"/>
                </a:solidFill>
              </a:rPr>
              <a:t>|</a:t>
            </a:r>
            <a:r>
              <a:rPr lang="ko-KR" altLang="en-US" sz="900" dirty="0">
                <a:solidFill>
                  <a:schemeClr val="tx1"/>
                </a:solidFill>
              </a:rPr>
              <a:t>      추천수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057128" y="4020956"/>
            <a:ext cx="4160933" cy="566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게시글</a:t>
            </a:r>
            <a:r>
              <a:rPr lang="ko-KR" altLang="en-US" dirty="0">
                <a:solidFill>
                  <a:schemeClr val="tx1"/>
                </a:solidFill>
              </a:rPr>
              <a:t> 텍스트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4872231" y="3083922"/>
            <a:ext cx="5490970" cy="844490"/>
            <a:chOff x="4872231" y="3083922"/>
            <a:chExt cx="5490970" cy="844490"/>
          </a:xfrm>
        </p:grpSpPr>
        <p:sp>
          <p:nvSpPr>
            <p:cNvPr id="25" name="직사각형 24"/>
            <p:cNvSpPr/>
            <p:nvPr/>
          </p:nvSpPr>
          <p:spPr>
            <a:xfrm>
              <a:off x="4872231" y="3083922"/>
              <a:ext cx="5490970" cy="8444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930769" y="3130454"/>
              <a:ext cx="1053784" cy="7571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6057128" y="3732384"/>
              <a:ext cx="2655197" cy="168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게시 날짜    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  조회수    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  추천수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6057128" y="3130454"/>
              <a:ext cx="4160933" cy="5668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게시글</a:t>
              </a:r>
              <a:r>
                <a:rPr lang="ko-KR" altLang="en-US" dirty="0">
                  <a:solidFill>
                    <a:schemeClr val="tx1"/>
                  </a:solidFill>
                </a:rPr>
                <a:t> 텍스트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9579429" y="3726407"/>
              <a:ext cx="638632" cy="168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</a:rPr>
                <a:t>북마크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9579429" y="4621946"/>
            <a:ext cx="638632" cy="168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북마크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160661" y="5092523"/>
            <a:ext cx="1556588" cy="335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Q&amp;A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49F5ECE-A823-4B42-BECC-049DAEF57C4F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4CA7329-05DB-4C97-B795-31410D266D7E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F772B6B-2F77-43EC-AAB4-F30BCFC1D6A3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6939BC68-6404-4995-8826-69D4B0093572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42D8F0A-9288-42C4-8349-FDFCD94E1F52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206B9A2-21F3-4B8E-810D-646F0AEF49B6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765683AE-16F1-4BAF-A47B-BE173B217BC6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50" name="Picture 2" descr="스크롤바 이미지 - 게티이미지뱅크">
            <a:extLst>
              <a:ext uri="{FF2B5EF4-FFF2-40B4-BE49-F238E27FC236}">
                <a16:creationId xmlns:a16="http://schemas.microsoft.com/office/drawing/2014/main" id="{45AE46FA-5B86-47A5-BFF2-31608AFE2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80E7D5F3-6A94-4C04-9093-223E1A1E6E72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B4D2389-D2F5-42FB-93D2-58F29B130C9F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210F1A8-3DEB-442B-87A1-9B0C32C62A8D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413709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이용자 게시판</a:t>
            </a:r>
            <a:r>
              <a:rPr lang="en-US" altLang="ko-KR" dirty="0"/>
              <a:t>-Q&amp;A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3160661" y="3088672"/>
            <a:ext cx="1556588" cy="1872539"/>
            <a:chOff x="3238150" y="2775148"/>
            <a:chExt cx="1676400" cy="2040531"/>
          </a:xfrm>
        </p:grpSpPr>
        <p:sp>
          <p:nvSpPr>
            <p:cNvPr id="7" name="직사각형 6"/>
            <p:cNvSpPr/>
            <p:nvPr/>
          </p:nvSpPr>
          <p:spPr>
            <a:xfrm>
              <a:off x="3238150" y="2775148"/>
              <a:ext cx="1676400" cy="365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전체 목록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238150" y="3325198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ko-KR" altLang="en-US" dirty="0">
                  <a:solidFill>
                    <a:schemeClr val="tx1"/>
                  </a:solidFill>
                </a:rPr>
                <a:t>카페 추천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38150" y="3898866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</a:t>
              </a:r>
              <a:r>
                <a:rPr lang="ko-KR" altLang="en-US" dirty="0">
                  <a:solidFill>
                    <a:schemeClr val="tx1"/>
                  </a:solidFill>
                </a:rPr>
                <a:t>디저트 추천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238150" y="4450340"/>
              <a:ext cx="1676400" cy="365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레시피 공유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5D88C1-192D-42DD-9881-9B3BE5429D6D}"/>
              </a:ext>
            </a:extLst>
          </p:cNvPr>
          <p:cNvSpPr/>
          <p:nvPr/>
        </p:nvSpPr>
        <p:spPr>
          <a:xfrm>
            <a:off x="8945326" y="2706351"/>
            <a:ext cx="1340391" cy="2139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검색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3160661" y="2644132"/>
            <a:ext cx="7202539" cy="338390"/>
            <a:chOff x="4102477" y="2644132"/>
            <a:chExt cx="5597098" cy="33839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A431213-CF4C-4D30-A8C6-44B135CA412C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77" y="2644132"/>
              <a:ext cx="55970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B75C1FA-82CB-4BE9-85C5-83245F3A5F55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77" y="2982522"/>
              <a:ext cx="5597098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/>
          <p:cNvCxnSpPr/>
          <p:nvPr/>
        </p:nvCxnSpPr>
        <p:spPr>
          <a:xfrm flipV="1">
            <a:off x="4794739" y="2706351"/>
            <a:ext cx="0" cy="2139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4794739" y="3051153"/>
            <a:ext cx="0" cy="23766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6EACCD87-D89C-43D5-803B-9D3A06365524}"/>
              </a:ext>
            </a:extLst>
          </p:cNvPr>
          <p:cNvSpPr/>
          <p:nvPr/>
        </p:nvSpPr>
        <p:spPr>
          <a:xfrm>
            <a:off x="7326573" y="4899022"/>
            <a:ext cx="82112" cy="7075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F698089-4802-46E0-BA91-0C7525D699D2}"/>
              </a:ext>
            </a:extLst>
          </p:cNvPr>
          <p:cNvSpPr/>
          <p:nvPr/>
        </p:nvSpPr>
        <p:spPr>
          <a:xfrm>
            <a:off x="7326573" y="5102767"/>
            <a:ext cx="82111" cy="707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8A8B250-4294-4FF2-B9A3-F0A54336B8FA}"/>
              </a:ext>
            </a:extLst>
          </p:cNvPr>
          <p:cNvSpPr/>
          <p:nvPr/>
        </p:nvSpPr>
        <p:spPr>
          <a:xfrm>
            <a:off x="7326572" y="5303360"/>
            <a:ext cx="82112" cy="7075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492048" y="5354783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&lt;1 2 3 …. </a:t>
            </a:r>
            <a:r>
              <a:rPr lang="ko-KR" altLang="en-US" dirty="0"/>
              <a:t>끝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3160661" y="5092523"/>
            <a:ext cx="1556588" cy="335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Q&amp;A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872230" y="3128017"/>
            <a:ext cx="5490970" cy="239508"/>
            <a:chOff x="4872230" y="3128017"/>
            <a:chExt cx="5490970" cy="239508"/>
          </a:xfrm>
        </p:grpSpPr>
        <p:sp>
          <p:nvSpPr>
            <p:cNvPr id="33" name="직사각형 32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4872230" y="3433122"/>
            <a:ext cx="5490970" cy="239508"/>
            <a:chOff x="4872230" y="3128017"/>
            <a:chExt cx="5490970" cy="239508"/>
          </a:xfrm>
        </p:grpSpPr>
        <p:sp>
          <p:nvSpPr>
            <p:cNvPr id="43" name="직사각형 42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4872230" y="3745377"/>
            <a:ext cx="5490970" cy="239508"/>
            <a:chOff x="4872230" y="3128017"/>
            <a:chExt cx="5490970" cy="239508"/>
          </a:xfrm>
        </p:grpSpPr>
        <p:sp>
          <p:nvSpPr>
            <p:cNvPr id="47" name="직사각형 46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4872230" y="4051717"/>
            <a:ext cx="5490970" cy="239508"/>
            <a:chOff x="4872230" y="3128017"/>
            <a:chExt cx="5490970" cy="239508"/>
          </a:xfrm>
        </p:grpSpPr>
        <p:sp>
          <p:nvSpPr>
            <p:cNvPr id="51" name="직사각형 50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872230" y="4349015"/>
            <a:ext cx="5490970" cy="239508"/>
            <a:chOff x="4872230" y="3128017"/>
            <a:chExt cx="5490970" cy="239508"/>
          </a:xfrm>
        </p:grpSpPr>
        <p:sp>
          <p:nvSpPr>
            <p:cNvPr id="55" name="직사각형 54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4872230" y="4623866"/>
            <a:ext cx="5490970" cy="239508"/>
            <a:chOff x="4872230" y="3128017"/>
            <a:chExt cx="5490970" cy="239508"/>
          </a:xfrm>
        </p:grpSpPr>
        <p:sp>
          <p:nvSpPr>
            <p:cNvPr id="59" name="직사각형 58"/>
            <p:cNvSpPr/>
            <p:nvPr/>
          </p:nvSpPr>
          <p:spPr>
            <a:xfrm>
              <a:off x="4872230" y="3128017"/>
              <a:ext cx="5490970" cy="239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                                                                                         작성자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게시 날짜   </a:t>
              </a:r>
              <a:r>
                <a:rPr lang="en-US" altLang="ko-KR" sz="900" dirty="0">
                  <a:solidFill>
                    <a:schemeClr val="tx1"/>
                  </a:solidFill>
                </a:rPr>
                <a:t>|</a:t>
              </a:r>
              <a:r>
                <a:rPr lang="ko-KR" altLang="en-US" sz="900" dirty="0">
                  <a:solidFill>
                    <a:schemeClr val="tx1"/>
                  </a:solidFill>
                </a:rPr>
                <a:t>    조회수 </a:t>
              </a: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411920" y="3163360"/>
              <a:ext cx="2941248" cy="152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err="1">
                  <a:solidFill>
                    <a:schemeClr val="tx1"/>
                  </a:solidFill>
                </a:rPr>
                <a:t>게시글</a:t>
              </a:r>
              <a:r>
                <a:rPr lang="ko-KR" altLang="en-US" sz="900" dirty="0">
                  <a:solidFill>
                    <a:schemeClr val="tx1"/>
                  </a:solidFill>
                </a:rPr>
                <a:t> 제목</a:t>
              </a: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4915967" y="3163781"/>
              <a:ext cx="453752" cy="152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번호</a:t>
              </a:r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9800F93-19D3-4F31-AA40-5AB48B7DF8D0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C068FBA-DFEB-4FC5-A18F-2CDFE4A61A6D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5527631-41D3-4420-8B8C-380DE859361C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844BEB15-C244-4299-AE7E-ABEA65262EA4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99481CF-E901-4DF6-B889-B51804FA0175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05AB9E6B-75C9-4C31-A3CB-523D051C832C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DECA57F-5068-4EB3-BBB2-CB24FFD3511B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pic>
        <p:nvPicPr>
          <p:cNvPr id="71" name="Picture 2" descr="스크롤바 이미지 - 게티이미지뱅크">
            <a:extLst>
              <a:ext uri="{FF2B5EF4-FFF2-40B4-BE49-F238E27FC236}">
                <a16:creationId xmlns:a16="http://schemas.microsoft.com/office/drawing/2014/main" id="{00E02AB2-8F80-4249-A76E-4DCB85E489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100E54-2F96-4D65-9BCB-D74C327AF030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23F062-F042-4BD4-9A65-97EF7B2F1A13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EFB5D201-3127-40FB-8DAA-7AA0C1DC9A73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09423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이용자 게시판</a:t>
            </a:r>
            <a:r>
              <a:rPr lang="en-US" altLang="ko-KR" dirty="0"/>
              <a:t>-Q&amp;A</a:t>
            </a:r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9800F93-19D3-4F31-AA40-5AB48B7DF8D0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C068FBA-DFEB-4FC5-A18F-2CDFE4A61A6D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5527631-41D3-4420-8B8C-380DE859361C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844BEB15-C244-4299-AE7E-ABEA65262EA4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99481CF-E901-4DF6-B889-B51804FA0175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05AB9E6B-75C9-4C31-A3CB-523D051C832C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DECA57F-5068-4EB3-BBB2-CB24FFD3511B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AA9D260-9404-47A0-945A-94088E54950E}"/>
              </a:ext>
            </a:extLst>
          </p:cNvPr>
          <p:cNvSpPr/>
          <p:nvPr/>
        </p:nvSpPr>
        <p:spPr>
          <a:xfrm>
            <a:off x="2812325" y="3300018"/>
            <a:ext cx="8040913" cy="16795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 영역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8BB5210-E889-44E6-86FE-D14CF8B45C7F}"/>
              </a:ext>
            </a:extLst>
          </p:cNvPr>
          <p:cNvSpPr/>
          <p:nvPr/>
        </p:nvSpPr>
        <p:spPr>
          <a:xfrm>
            <a:off x="2812325" y="2789116"/>
            <a:ext cx="8040913" cy="449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영역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DF096B8-8D04-4021-B2E6-C7E4C5B7D411}"/>
              </a:ext>
            </a:extLst>
          </p:cNvPr>
          <p:cNvSpPr/>
          <p:nvPr/>
        </p:nvSpPr>
        <p:spPr>
          <a:xfrm>
            <a:off x="2822053" y="5041201"/>
            <a:ext cx="8040913" cy="6479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댓글 영역</a:t>
            </a:r>
          </a:p>
        </p:txBody>
      </p:sp>
      <p:pic>
        <p:nvPicPr>
          <p:cNvPr id="1026" name="Picture 2" descr="스크롤바 이미지 - 게티이미지뱅크">
            <a:extLst>
              <a:ext uri="{FF2B5EF4-FFF2-40B4-BE49-F238E27FC236}">
                <a16:creationId xmlns:a16="http://schemas.microsoft.com/office/drawing/2014/main" id="{3D3265D0-39CC-407E-8019-40377C3B7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FCC9C197-F00B-42F6-B13B-1F833AD7F236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B99BB99-B0FF-40BB-BDB7-6EA982F64F79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677C9421-B08D-483B-A8CB-F8D7F52B2CD2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76233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행사</a:t>
            </a:r>
            <a:r>
              <a:rPr lang="en-US" altLang="ko-KR" dirty="0"/>
              <a:t>-</a:t>
            </a:r>
            <a:r>
              <a:rPr lang="ko-KR" altLang="en-US" dirty="0"/>
              <a:t>전체 캘린더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477739"/>
              </p:ext>
            </p:extLst>
          </p:nvPr>
        </p:nvGraphicFramePr>
        <p:xfrm>
          <a:off x="4628801" y="2921003"/>
          <a:ext cx="38675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2500">
                  <a:extLst>
                    <a:ext uri="{9D8B030D-6E8A-4147-A177-3AD203B41FA5}">
                      <a16:colId xmlns:a16="http://schemas.microsoft.com/office/drawing/2014/main" val="260917040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2382363532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4129157758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3644233381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2029002407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850474393"/>
                    </a:ext>
                  </a:extLst>
                </a:gridCol>
                <a:gridCol w="552500">
                  <a:extLst>
                    <a:ext uri="{9D8B030D-6E8A-4147-A177-3AD203B41FA5}">
                      <a16:colId xmlns:a16="http://schemas.microsoft.com/office/drawing/2014/main" val="3291633258"/>
                    </a:ext>
                  </a:extLst>
                </a:gridCol>
              </a:tblGrid>
              <a:tr h="30558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012984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797768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83121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08771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883605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5191125" y="2628900"/>
            <a:ext cx="6477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628801" y="2628900"/>
            <a:ext cx="49053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이동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914420" y="2628900"/>
            <a:ext cx="49053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이동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AAC2F8-61BF-4C9C-AB1E-A74406DBE3B2}"/>
              </a:ext>
            </a:extLst>
          </p:cNvPr>
          <p:cNvSpPr/>
          <p:nvPr/>
        </p:nvSpPr>
        <p:spPr>
          <a:xfrm rot="10800000" flipV="1">
            <a:off x="7404100" y="2634871"/>
            <a:ext cx="1092201" cy="209884"/>
          </a:xfrm>
          <a:prstGeom prst="rect">
            <a:avLst/>
          </a:prstGeom>
          <a:ln w="158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/>
              <a:t>▽ 행사 종류</a:t>
            </a:r>
            <a:endParaRPr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2276272" y="2127395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30230BE-9BE2-4226-B911-1A63E134A134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2CB37C-2B70-4A76-93EC-400DCEEC91BC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D50373B-399D-4DFF-AF0E-19E56E558B37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1EF93E3-07D3-470B-803F-AA19F32AAFB2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A9079CE-FA87-40EF-887E-C60949A1D0D8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78B0FF9-D8E4-48E0-9287-81BB691F2953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4A93A8D-BFBD-4998-A7EB-B03E67407CC6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CFBD9BC-A96F-4C86-8B2B-2FF0AD847C53}"/>
              </a:ext>
            </a:extLst>
          </p:cNvPr>
          <p:cNvSpPr/>
          <p:nvPr/>
        </p:nvSpPr>
        <p:spPr>
          <a:xfrm>
            <a:off x="4628800" y="4914900"/>
            <a:ext cx="1210025" cy="7576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행사정보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838F05-0CC1-4BA6-AB82-0955E41B54C0}"/>
              </a:ext>
            </a:extLst>
          </p:cNvPr>
          <p:cNvSpPr/>
          <p:nvPr/>
        </p:nvSpPr>
        <p:spPr>
          <a:xfrm>
            <a:off x="5953056" y="4914900"/>
            <a:ext cx="1210025" cy="7576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행사정보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A7E4D80-889C-4711-92A3-25A69ABC42FA}"/>
              </a:ext>
            </a:extLst>
          </p:cNvPr>
          <p:cNvSpPr/>
          <p:nvPr/>
        </p:nvSpPr>
        <p:spPr>
          <a:xfrm>
            <a:off x="7286276" y="4914900"/>
            <a:ext cx="1210025" cy="7576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행사정보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29" name="Picture 2" descr="스크롤바 이미지 - 게티이미지뱅크">
            <a:extLst>
              <a:ext uri="{FF2B5EF4-FFF2-40B4-BE49-F238E27FC236}">
                <a16:creationId xmlns:a16="http://schemas.microsoft.com/office/drawing/2014/main" id="{7C69ACF8-0ECE-49E8-9CFA-1574773AE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10970758" y="2859027"/>
            <a:ext cx="318362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EB2468-C7CD-40C1-BBE5-D0C68C768089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7E516BF-6089-4CA5-8BB9-CD74A0C89717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92147F7-4306-4315-BE02-D013173C5BC0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4256315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175656" y="894945"/>
            <a:ext cx="9308535" cy="5228231"/>
            <a:chOff x="2175656" y="894945"/>
            <a:chExt cx="9308535" cy="5228231"/>
          </a:xfrm>
        </p:grpSpPr>
        <p:grpSp>
          <p:nvGrpSpPr>
            <p:cNvPr id="3" name="그룹 2"/>
            <p:cNvGrpSpPr/>
            <p:nvPr/>
          </p:nvGrpSpPr>
          <p:grpSpPr>
            <a:xfrm>
              <a:off x="2181374" y="894945"/>
              <a:ext cx="9302817" cy="5228231"/>
              <a:chOff x="2181374" y="894945"/>
              <a:chExt cx="9302817" cy="522823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181374" y="894945"/>
                <a:ext cx="9302817" cy="52258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" name="그림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1102" y="899029"/>
                <a:ext cx="9287372" cy="5224147"/>
              </a:xfrm>
              <a:prstGeom prst="rect">
                <a:avLst/>
              </a:prstGeom>
            </p:spPr>
          </p:pic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C007EDD-73EA-4489-BB38-180DDCC813F5}"/>
                </a:ext>
              </a:extLst>
            </p:cNvPr>
            <p:cNvSpPr/>
            <p:nvPr/>
          </p:nvSpPr>
          <p:spPr>
            <a:xfrm>
              <a:off x="2175656" y="5734149"/>
              <a:ext cx="9302817" cy="3766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푸터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136073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9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136073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21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3164284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게시글</a:t>
            </a:r>
            <a:r>
              <a:rPr lang="ko-KR" altLang="en-US" dirty="0"/>
              <a:t> 클릭 시 내부 스타일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2801257" y="3062514"/>
            <a:ext cx="8040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/>
          <p:cNvSpPr/>
          <p:nvPr/>
        </p:nvSpPr>
        <p:spPr>
          <a:xfrm>
            <a:off x="2786743" y="2641599"/>
            <a:ext cx="1553028" cy="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이미지 삽입</a:t>
            </a:r>
          </a:p>
        </p:txBody>
      </p:sp>
      <p:sp>
        <p:nvSpPr>
          <p:cNvPr id="14" name="사각형: 둥근 모서리 13"/>
          <p:cNvSpPr/>
          <p:nvPr/>
        </p:nvSpPr>
        <p:spPr>
          <a:xfrm>
            <a:off x="5507894" y="2646401"/>
            <a:ext cx="875644" cy="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글꼴</a:t>
            </a:r>
          </a:p>
        </p:txBody>
      </p:sp>
      <p:sp>
        <p:nvSpPr>
          <p:cNvPr id="15" name="사각형: 둥근 모서리 14"/>
          <p:cNvSpPr/>
          <p:nvPr/>
        </p:nvSpPr>
        <p:spPr>
          <a:xfrm>
            <a:off x="8742409" y="2648610"/>
            <a:ext cx="875644" cy="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저장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/>
          <p:cNvSpPr/>
          <p:nvPr/>
        </p:nvSpPr>
        <p:spPr>
          <a:xfrm>
            <a:off x="9695543" y="2641597"/>
            <a:ext cx="1146628" cy="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임시저장</a:t>
            </a:r>
          </a:p>
        </p:txBody>
      </p:sp>
      <p:sp>
        <p:nvSpPr>
          <p:cNvPr id="17" name="사각형: 둥근 모서리 16"/>
          <p:cNvSpPr/>
          <p:nvPr/>
        </p:nvSpPr>
        <p:spPr>
          <a:xfrm>
            <a:off x="4361265" y="2641596"/>
            <a:ext cx="1146629" cy="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링크삽입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01257" y="3120573"/>
            <a:ext cx="8040913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입력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812325" y="3716156"/>
            <a:ext cx="8040913" cy="20156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 입력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249895" y="2153631"/>
            <a:ext cx="1819073" cy="2947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디저트 소개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8985115" y="1730509"/>
            <a:ext cx="2292485" cy="233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마이 페이지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1E6399E-3169-4078-AB17-EF21FCE4F128}"/>
              </a:ext>
            </a:extLst>
          </p:cNvPr>
          <p:cNvSpPr/>
          <p:nvPr/>
        </p:nvSpPr>
        <p:spPr>
          <a:xfrm>
            <a:off x="2340221" y="1671513"/>
            <a:ext cx="1906464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로고명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C6F6BA-D0E6-4BCA-B64A-93E6A258F09C}"/>
              </a:ext>
            </a:extLst>
          </p:cNvPr>
          <p:cNvSpPr/>
          <p:nvPr/>
        </p:nvSpPr>
        <p:spPr>
          <a:xfrm>
            <a:off x="2276272" y="2107206"/>
            <a:ext cx="9111557" cy="37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7037C30-592F-476A-B64F-D95F7FDBB6B7}"/>
              </a:ext>
            </a:extLst>
          </p:cNvPr>
          <p:cNvGrpSpPr/>
          <p:nvPr/>
        </p:nvGrpSpPr>
        <p:grpSpPr>
          <a:xfrm>
            <a:off x="3006743" y="2129513"/>
            <a:ext cx="7153926" cy="294793"/>
            <a:chOff x="2334504" y="2139817"/>
            <a:chExt cx="7153926" cy="29479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4211558-0754-48D1-81B5-703E708E5A6D}"/>
                </a:ext>
              </a:extLst>
            </p:cNvPr>
            <p:cNvSpPr/>
            <p:nvPr/>
          </p:nvSpPr>
          <p:spPr>
            <a:xfrm>
              <a:off x="2334504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디저트 정보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0B8BB069-B107-49E5-819C-33C61A58B26A}"/>
                </a:ext>
              </a:extLst>
            </p:cNvPr>
            <p:cNvSpPr/>
            <p:nvPr/>
          </p:nvSpPr>
          <p:spPr>
            <a:xfrm>
              <a:off x="7709162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이용자 게시판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11CA5AB-AEA2-48CB-AECA-5009EDFB2966}"/>
                </a:ext>
              </a:extLst>
            </p:cNvPr>
            <p:cNvSpPr/>
            <p:nvPr/>
          </p:nvSpPr>
          <p:spPr>
            <a:xfrm>
              <a:off x="4126057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카페 정보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68F6586-5FF0-4F14-B86C-45670BA08661}"/>
                </a:ext>
              </a:extLst>
            </p:cNvPr>
            <p:cNvSpPr/>
            <p:nvPr/>
          </p:nvSpPr>
          <p:spPr>
            <a:xfrm>
              <a:off x="5917610" y="2139817"/>
              <a:ext cx="1779268" cy="294793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행사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88CF78-D01D-4E78-854B-0DF1A334AAC8}"/>
              </a:ext>
            </a:extLst>
          </p:cNvPr>
          <p:cNvSpPr/>
          <p:nvPr/>
        </p:nvSpPr>
        <p:spPr>
          <a:xfrm>
            <a:off x="4269351" y="1671513"/>
            <a:ext cx="3815406" cy="33215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558E95E-3FE5-4BC4-AF4B-75E3C879900F}"/>
              </a:ext>
            </a:extLst>
          </p:cNvPr>
          <p:cNvSpPr/>
          <p:nvPr/>
        </p:nvSpPr>
        <p:spPr>
          <a:xfrm>
            <a:off x="8106235" y="1671513"/>
            <a:ext cx="732965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17FE5F9-A88A-4BA0-A068-41E77EDFC08F}"/>
              </a:ext>
            </a:extLst>
          </p:cNvPr>
          <p:cNvSpPr/>
          <p:nvPr/>
        </p:nvSpPr>
        <p:spPr>
          <a:xfrm>
            <a:off x="8903536" y="1671513"/>
            <a:ext cx="2297863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127800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5" y="78910"/>
            <a:ext cx="3206229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 </a:t>
            </a:r>
            <a:r>
              <a:rPr lang="ko-KR" altLang="en-US"/>
              <a:t>페이지</a:t>
            </a:r>
            <a:r>
              <a:rPr lang="en-US" altLang="ko-KR" dirty="0"/>
              <a:t>-</a:t>
            </a:r>
            <a:r>
              <a:rPr lang="ko-KR" altLang="en-US" dirty="0"/>
              <a:t>방문자관리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C67A2EE-B9DB-4CB9-9D5B-C1521A05D19F}"/>
              </a:ext>
            </a:extLst>
          </p:cNvPr>
          <p:cNvGrpSpPr/>
          <p:nvPr/>
        </p:nvGrpSpPr>
        <p:grpSpPr>
          <a:xfrm>
            <a:off x="2329649" y="835192"/>
            <a:ext cx="7532702" cy="5187616"/>
            <a:chOff x="2329649" y="835192"/>
            <a:chExt cx="7532702" cy="518761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903B686-C3E3-45C0-BFBD-CB994972A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649" y="835192"/>
              <a:ext cx="7532702" cy="518761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EA77AD-978C-40B6-824E-78AA15720973}"/>
                </a:ext>
              </a:extLst>
            </p:cNvPr>
            <p:cNvSpPr/>
            <p:nvPr/>
          </p:nvSpPr>
          <p:spPr>
            <a:xfrm>
              <a:off x="2332139" y="1795244"/>
              <a:ext cx="7524925" cy="42112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260057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260057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56216A5-5561-458C-A65D-6287DFB85FEC}"/>
              </a:ext>
            </a:extLst>
          </p:cNvPr>
          <p:cNvSpPr/>
          <p:nvPr/>
        </p:nvSpPr>
        <p:spPr>
          <a:xfrm>
            <a:off x="4092152" y="1956641"/>
            <a:ext cx="1350630" cy="332151"/>
          </a:xfrm>
          <a:prstGeom prst="round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관리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5BA755D-5AB2-4EA7-A880-9F9B255BA80C}"/>
              </a:ext>
            </a:extLst>
          </p:cNvPr>
          <p:cNvSpPr/>
          <p:nvPr/>
        </p:nvSpPr>
        <p:spPr>
          <a:xfrm>
            <a:off x="2538519" y="1956641"/>
            <a:ext cx="1483149" cy="332151"/>
          </a:xfrm>
          <a:prstGeom prst="round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방문자 관리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71B08D8-9DE0-4E51-BD0E-8B98C1B753BA}"/>
              </a:ext>
            </a:extLst>
          </p:cNvPr>
          <p:cNvSpPr/>
          <p:nvPr/>
        </p:nvSpPr>
        <p:spPr>
          <a:xfrm>
            <a:off x="5513267" y="1957827"/>
            <a:ext cx="189032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판매제품 관리</a:t>
            </a:r>
            <a:endParaRPr lang="ko-KR" altLang="en-US" dirty="0"/>
          </a:p>
        </p:txBody>
      </p:sp>
      <p:graphicFrame>
        <p:nvGraphicFramePr>
          <p:cNvPr id="20" name="표 3">
            <a:extLst>
              <a:ext uri="{FF2B5EF4-FFF2-40B4-BE49-F238E27FC236}">
                <a16:creationId xmlns:a16="http://schemas.microsoft.com/office/drawing/2014/main" id="{7D10AD9A-B13E-4769-9547-986F00533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532"/>
              </p:ext>
            </p:extLst>
          </p:nvPr>
        </p:nvGraphicFramePr>
        <p:xfrm>
          <a:off x="2386842" y="2818383"/>
          <a:ext cx="7197756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013">
                  <a:extLst>
                    <a:ext uri="{9D8B030D-6E8A-4147-A177-3AD203B41FA5}">
                      <a16:colId xmlns:a16="http://schemas.microsoft.com/office/drawing/2014/main" val="4286597566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437229603"/>
                    </a:ext>
                  </a:extLst>
                </a:gridCol>
                <a:gridCol w="1166070">
                  <a:extLst>
                    <a:ext uri="{9D8B030D-6E8A-4147-A177-3AD203B41FA5}">
                      <a16:colId xmlns:a16="http://schemas.microsoft.com/office/drawing/2014/main" val="4146858838"/>
                    </a:ext>
                  </a:extLst>
                </a:gridCol>
                <a:gridCol w="2457974">
                  <a:extLst>
                    <a:ext uri="{9D8B030D-6E8A-4147-A177-3AD203B41FA5}">
                      <a16:colId xmlns:a16="http://schemas.microsoft.com/office/drawing/2014/main" val="695159410"/>
                    </a:ext>
                  </a:extLst>
                </a:gridCol>
                <a:gridCol w="1459684">
                  <a:extLst>
                    <a:ext uri="{9D8B030D-6E8A-4147-A177-3AD203B41FA5}">
                      <a16:colId xmlns:a16="http://schemas.microsoft.com/office/drawing/2014/main" val="3203949137"/>
                    </a:ext>
                  </a:extLst>
                </a:gridCol>
              </a:tblGrid>
              <a:tr h="3301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 방문자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신규가입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재방문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가입자 방문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…….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5452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405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95167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313567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686725"/>
                  </a:ext>
                </a:extLst>
              </a:tr>
              <a:tr h="36357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90350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66554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94509"/>
                  </a:ext>
                </a:extLst>
              </a:tr>
            </a:tbl>
          </a:graphicData>
        </a:graphic>
      </p:graphicFrame>
      <p:pic>
        <p:nvPicPr>
          <p:cNvPr id="12" name="Picture 2" descr="스크롤바 이미지 - 게티이미지뱅크">
            <a:extLst>
              <a:ext uri="{FF2B5EF4-FFF2-40B4-BE49-F238E27FC236}">
                <a16:creationId xmlns:a16="http://schemas.microsoft.com/office/drawing/2014/main" id="{0723D7CA-AFAE-4299-87EC-AAF1F5E0B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9639300" y="2914376"/>
            <a:ext cx="217764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80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2870670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 페이지</a:t>
            </a:r>
            <a:r>
              <a:rPr lang="en-US" altLang="ko-KR" dirty="0"/>
              <a:t>-</a:t>
            </a:r>
            <a:r>
              <a:rPr lang="ko-KR" altLang="en-US" dirty="0"/>
              <a:t>회원관리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C67A2EE-B9DB-4CB9-9D5B-C1521A05D19F}"/>
              </a:ext>
            </a:extLst>
          </p:cNvPr>
          <p:cNvGrpSpPr/>
          <p:nvPr/>
        </p:nvGrpSpPr>
        <p:grpSpPr>
          <a:xfrm>
            <a:off x="2329649" y="835192"/>
            <a:ext cx="7532702" cy="5187616"/>
            <a:chOff x="2329649" y="835192"/>
            <a:chExt cx="7532702" cy="518761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903B686-C3E3-45C0-BFBD-CB994972A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649" y="835192"/>
              <a:ext cx="7532702" cy="518761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EA77AD-978C-40B6-824E-78AA15720973}"/>
                </a:ext>
              </a:extLst>
            </p:cNvPr>
            <p:cNvSpPr/>
            <p:nvPr/>
          </p:nvSpPr>
          <p:spPr>
            <a:xfrm>
              <a:off x="2332139" y="1795244"/>
              <a:ext cx="7524925" cy="42112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260057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260057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CB5476F-3734-4B2A-8B9D-4B97DB281919}"/>
              </a:ext>
            </a:extLst>
          </p:cNvPr>
          <p:cNvGraphicFramePr>
            <a:graphicFrameLocks noGrp="1"/>
          </p:cNvGraphicFramePr>
          <p:nvPr/>
        </p:nvGraphicFramePr>
        <p:xfrm>
          <a:off x="2592196" y="3019719"/>
          <a:ext cx="700481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0366">
                  <a:extLst>
                    <a:ext uri="{9D8B030D-6E8A-4147-A177-3AD203B41FA5}">
                      <a16:colId xmlns:a16="http://schemas.microsoft.com/office/drawing/2014/main" val="4286597566"/>
                    </a:ext>
                  </a:extLst>
                </a:gridCol>
                <a:gridCol w="491987">
                  <a:extLst>
                    <a:ext uri="{9D8B030D-6E8A-4147-A177-3AD203B41FA5}">
                      <a16:colId xmlns:a16="http://schemas.microsoft.com/office/drawing/2014/main" val="437229603"/>
                    </a:ext>
                  </a:extLst>
                </a:gridCol>
                <a:gridCol w="858743">
                  <a:extLst>
                    <a:ext uri="{9D8B030D-6E8A-4147-A177-3AD203B41FA5}">
                      <a16:colId xmlns:a16="http://schemas.microsoft.com/office/drawing/2014/main" val="4146858838"/>
                    </a:ext>
                  </a:extLst>
                </a:gridCol>
                <a:gridCol w="858743">
                  <a:extLst>
                    <a:ext uri="{9D8B030D-6E8A-4147-A177-3AD203B41FA5}">
                      <a16:colId xmlns:a16="http://schemas.microsoft.com/office/drawing/2014/main" val="695159410"/>
                    </a:ext>
                  </a:extLst>
                </a:gridCol>
                <a:gridCol w="858743">
                  <a:extLst>
                    <a:ext uri="{9D8B030D-6E8A-4147-A177-3AD203B41FA5}">
                      <a16:colId xmlns:a16="http://schemas.microsoft.com/office/drawing/2014/main" val="1428081890"/>
                    </a:ext>
                  </a:extLst>
                </a:gridCol>
                <a:gridCol w="579646">
                  <a:extLst>
                    <a:ext uri="{9D8B030D-6E8A-4147-A177-3AD203B41FA5}">
                      <a16:colId xmlns:a16="http://schemas.microsoft.com/office/drawing/2014/main" val="2699763539"/>
                    </a:ext>
                  </a:extLst>
                </a:gridCol>
                <a:gridCol w="956347">
                  <a:extLst>
                    <a:ext uri="{9D8B030D-6E8A-4147-A177-3AD203B41FA5}">
                      <a16:colId xmlns:a16="http://schemas.microsoft.com/office/drawing/2014/main" val="2299268585"/>
                    </a:ext>
                  </a:extLst>
                </a:gridCol>
                <a:gridCol w="1040235">
                  <a:extLst>
                    <a:ext uri="{9D8B030D-6E8A-4147-A177-3AD203B41FA5}">
                      <a16:colId xmlns:a16="http://schemas.microsoft.com/office/drawing/2014/main" val="1640740984"/>
                    </a:ext>
                  </a:extLst>
                </a:gridCol>
              </a:tblGrid>
              <a:tr h="3301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활성화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5452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2405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295167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313567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686725"/>
                  </a:ext>
                </a:extLst>
              </a:tr>
              <a:tr h="36357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90350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66554"/>
                  </a:ext>
                </a:extLst>
              </a:tr>
              <a:tr h="33013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94509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E68132-3EEA-4F47-BF0D-95CC6367E09A}"/>
              </a:ext>
            </a:extLst>
          </p:cNvPr>
          <p:cNvSpPr/>
          <p:nvPr/>
        </p:nvSpPr>
        <p:spPr>
          <a:xfrm>
            <a:off x="6175694" y="2464587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D1836D-62AD-429B-B8FD-670432A51B98}"/>
              </a:ext>
            </a:extLst>
          </p:cNvPr>
          <p:cNvSpPr/>
          <p:nvPr/>
        </p:nvSpPr>
        <p:spPr>
          <a:xfrm>
            <a:off x="4844487" y="2450189"/>
            <a:ext cx="1241571" cy="3796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검색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166CE8D-4043-40F6-BC96-E59AE5FFD6FF}"/>
              </a:ext>
            </a:extLst>
          </p:cNvPr>
          <p:cNvSpPr/>
          <p:nvPr/>
        </p:nvSpPr>
        <p:spPr>
          <a:xfrm>
            <a:off x="8180000" y="2488312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pic>
        <p:nvPicPr>
          <p:cNvPr id="1028" name="Picture 4" descr="체크박스 - 무료 ui개 아이콘">
            <a:extLst>
              <a:ext uri="{FF2B5EF4-FFF2-40B4-BE49-F238E27FC236}">
                <a16:creationId xmlns:a16="http://schemas.microsoft.com/office/drawing/2014/main" id="{0FD7A34E-24A7-450F-99EC-EE4E761AF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50" y="3373287"/>
            <a:ext cx="380230" cy="38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체크박스 - 무료 ui개 아이콘">
            <a:extLst>
              <a:ext uri="{FF2B5EF4-FFF2-40B4-BE49-F238E27FC236}">
                <a16:creationId xmlns:a16="http://schemas.microsoft.com/office/drawing/2014/main" id="{147EDEC2-E497-42C2-9533-80C8A4E7C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315" y="3753330"/>
            <a:ext cx="380230" cy="38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체크박스 - 무료 ui개 아이콘">
            <a:extLst>
              <a:ext uri="{FF2B5EF4-FFF2-40B4-BE49-F238E27FC236}">
                <a16:creationId xmlns:a16="http://schemas.microsoft.com/office/drawing/2014/main" id="{4EDA3887-7233-4208-B401-D6B1F8CAB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315" y="4120342"/>
            <a:ext cx="380230" cy="38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D3582AD-3A2A-4E69-8037-4519D376757B}"/>
              </a:ext>
            </a:extLst>
          </p:cNvPr>
          <p:cNvSpPr/>
          <p:nvPr/>
        </p:nvSpPr>
        <p:spPr>
          <a:xfrm>
            <a:off x="4092152" y="1956641"/>
            <a:ext cx="1350630" cy="332151"/>
          </a:xfrm>
          <a:prstGeom prst="round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관리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36CBDC3-80D9-4AF8-9A74-DBDF97421427}"/>
              </a:ext>
            </a:extLst>
          </p:cNvPr>
          <p:cNvSpPr/>
          <p:nvPr/>
        </p:nvSpPr>
        <p:spPr>
          <a:xfrm>
            <a:off x="2538519" y="1956641"/>
            <a:ext cx="1483149" cy="332151"/>
          </a:xfrm>
          <a:prstGeom prst="roundRect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방문자 관리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D529DD-4A39-4151-8D92-EB737CE6CE8C}"/>
              </a:ext>
            </a:extLst>
          </p:cNvPr>
          <p:cNvSpPr/>
          <p:nvPr/>
        </p:nvSpPr>
        <p:spPr>
          <a:xfrm>
            <a:off x="5513267" y="1957827"/>
            <a:ext cx="189032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판매제품 관리</a:t>
            </a:r>
            <a:endParaRPr lang="ko-KR" altLang="en-US" dirty="0"/>
          </a:p>
        </p:txBody>
      </p:sp>
      <p:pic>
        <p:nvPicPr>
          <p:cNvPr id="19" name="Picture 2" descr="스크롤바 이미지 - 게티이미지뱅크">
            <a:extLst>
              <a:ext uri="{FF2B5EF4-FFF2-40B4-BE49-F238E27FC236}">
                <a16:creationId xmlns:a16="http://schemas.microsoft.com/office/drawing/2014/main" id="{CC87AAC0-98D2-40C3-808D-2F81AE4EF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9639300" y="2914376"/>
            <a:ext cx="217764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410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D81498-7312-4545-8891-2C080EDD3FED}"/>
              </a:ext>
            </a:extLst>
          </p:cNvPr>
          <p:cNvSpPr/>
          <p:nvPr/>
        </p:nvSpPr>
        <p:spPr>
          <a:xfrm>
            <a:off x="73866" y="78910"/>
            <a:ext cx="2870670" cy="332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 페이지</a:t>
            </a:r>
            <a:r>
              <a:rPr lang="en-US" altLang="ko-KR" dirty="0"/>
              <a:t>-</a:t>
            </a:r>
            <a:r>
              <a:rPr lang="ko-KR" altLang="en-US" dirty="0"/>
              <a:t>회원관리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C67A2EE-B9DB-4CB9-9D5B-C1521A05D19F}"/>
              </a:ext>
            </a:extLst>
          </p:cNvPr>
          <p:cNvGrpSpPr/>
          <p:nvPr/>
        </p:nvGrpSpPr>
        <p:grpSpPr>
          <a:xfrm>
            <a:off x="2329649" y="835192"/>
            <a:ext cx="7532702" cy="5187616"/>
            <a:chOff x="2329649" y="835192"/>
            <a:chExt cx="7532702" cy="518761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903B686-C3E3-45C0-BFBD-CB994972A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649" y="835192"/>
              <a:ext cx="7532702" cy="518761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EA77AD-978C-40B6-824E-78AA15720973}"/>
                </a:ext>
              </a:extLst>
            </p:cNvPr>
            <p:cNvSpPr/>
            <p:nvPr/>
          </p:nvSpPr>
          <p:spPr>
            <a:xfrm>
              <a:off x="2332139" y="1795244"/>
              <a:ext cx="7524925" cy="42112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D15001-F4B4-4A25-85F1-5125EE2E8969}"/>
              </a:ext>
            </a:extLst>
          </p:cNvPr>
          <p:cNvSpPr/>
          <p:nvPr/>
        </p:nvSpPr>
        <p:spPr>
          <a:xfrm>
            <a:off x="260057" y="1310081"/>
            <a:ext cx="1890320" cy="37960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EE6A1E-3B15-4966-BC87-D2EBB39CB8B2}"/>
              </a:ext>
            </a:extLst>
          </p:cNvPr>
          <p:cNvSpPr/>
          <p:nvPr/>
        </p:nvSpPr>
        <p:spPr>
          <a:xfrm>
            <a:off x="260057" y="1795244"/>
            <a:ext cx="1350630" cy="33215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223CA0-9F22-43FA-BFF0-5B29D4CFEC17}"/>
              </a:ext>
            </a:extLst>
          </p:cNvPr>
          <p:cNvSpPr/>
          <p:nvPr/>
        </p:nvSpPr>
        <p:spPr>
          <a:xfrm>
            <a:off x="4092152" y="1960133"/>
            <a:ext cx="1350630" cy="332151"/>
          </a:xfrm>
          <a:prstGeom prst="round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0B99E6-C7CE-4EAE-8D86-EA644D113C96}"/>
              </a:ext>
            </a:extLst>
          </p:cNvPr>
          <p:cNvSpPr/>
          <p:nvPr/>
        </p:nvSpPr>
        <p:spPr>
          <a:xfrm>
            <a:off x="2538519" y="1960133"/>
            <a:ext cx="1483149" cy="332151"/>
          </a:xfrm>
          <a:prstGeom prst="round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방문자 관리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9BA5A55-42CD-4233-BF84-B585B606AD45}"/>
              </a:ext>
            </a:extLst>
          </p:cNvPr>
          <p:cNvSpPr/>
          <p:nvPr/>
        </p:nvSpPr>
        <p:spPr>
          <a:xfrm>
            <a:off x="5513267" y="1961319"/>
            <a:ext cx="1890320" cy="332151"/>
          </a:xfrm>
          <a:prstGeom prst="round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판매제품 관리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F9FD6B-5476-451E-8ECB-955FD2C4C18E}"/>
              </a:ext>
            </a:extLst>
          </p:cNvPr>
          <p:cNvSpPr/>
          <p:nvPr/>
        </p:nvSpPr>
        <p:spPr>
          <a:xfrm>
            <a:off x="2538518" y="3094892"/>
            <a:ext cx="7100432" cy="27354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미구현</a:t>
            </a:r>
            <a:r>
              <a:rPr lang="ko-KR" altLang="en-US" dirty="0"/>
              <a:t> 예정</a:t>
            </a:r>
          </a:p>
        </p:txBody>
      </p:sp>
      <p:pic>
        <p:nvPicPr>
          <p:cNvPr id="23" name="Picture 2" descr="스크롤바 이미지 - 게티이미지뱅크">
            <a:extLst>
              <a:ext uri="{FF2B5EF4-FFF2-40B4-BE49-F238E27FC236}">
                <a16:creationId xmlns:a16="http://schemas.microsoft.com/office/drawing/2014/main" id="{A893E749-20E4-4CDC-83EC-9F55ED794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3" t="1819" r="32418" b="3298"/>
          <a:stretch/>
        </p:blipFill>
        <p:spPr bwMode="auto">
          <a:xfrm>
            <a:off x="9639300" y="2914376"/>
            <a:ext cx="217764" cy="283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310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699</Words>
  <Application>Microsoft Office PowerPoint</Application>
  <PresentationFormat>와이드스크린</PresentationFormat>
  <Paragraphs>383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TJ</dc:creator>
  <cp:lastModifiedBy>TJ</cp:lastModifiedBy>
  <cp:revision>38</cp:revision>
  <dcterms:created xsi:type="dcterms:W3CDTF">2025-02-07T06:19:08Z</dcterms:created>
  <dcterms:modified xsi:type="dcterms:W3CDTF">2025-02-11T08:51:50Z</dcterms:modified>
</cp:coreProperties>
</file>