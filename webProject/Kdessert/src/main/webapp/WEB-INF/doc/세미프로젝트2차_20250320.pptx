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309" r:id="rId4"/>
    <p:sldId id="258" r:id="rId5"/>
    <p:sldId id="308" r:id="rId6"/>
    <p:sldId id="259" r:id="rId7"/>
    <p:sldId id="260" r:id="rId8"/>
    <p:sldId id="261" r:id="rId9"/>
    <p:sldId id="272" r:id="rId10"/>
    <p:sldId id="305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7" r:id="rId19"/>
    <p:sldId id="298" r:id="rId20"/>
    <p:sldId id="299" r:id="rId21"/>
    <p:sldId id="301" r:id="rId22"/>
    <p:sldId id="302" r:id="rId23"/>
    <p:sldId id="304" r:id="rId24"/>
    <p:sldId id="273" r:id="rId25"/>
    <p:sldId id="274" r:id="rId26"/>
    <p:sldId id="275" r:id="rId27"/>
    <p:sldId id="276" r:id="rId28"/>
    <p:sldId id="277" r:id="rId29"/>
    <p:sldId id="278" r:id="rId30"/>
    <p:sldId id="280" r:id="rId31"/>
    <p:sldId id="281" r:id="rId32"/>
    <p:sldId id="303" r:id="rId33"/>
    <p:sldId id="306" r:id="rId34"/>
    <p:sldId id="282" r:id="rId35"/>
    <p:sldId id="263" r:id="rId36"/>
    <p:sldId id="283" r:id="rId37"/>
    <p:sldId id="284" r:id="rId38"/>
    <p:sldId id="285" r:id="rId39"/>
    <p:sldId id="286" r:id="rId40"/>
    <p:sldId id="287" r:id="rId41"/>
    <p:sldId id="266" r:id="rId42"/>
    <p:sldId id="267" r:id="rId43"/>
    <p:sldId id="268" r:id="rId44"/>
    <p:sldId id="269" r:id="rId45"/>
    <p:sldId id="270" r:id="rId46"/>
  </p:sldIdLst>
  <p:sldSz cx="18288000" cy="10287000"/>
  <p:notesSz cx="6858000" cy="9144000"/>
  <p:embeddedFontLst>
    <p:embeddedFont>
      <p:font typeface="MaruBuri SemiBold" panose="020B0600000101010101" charset="-127"/>
      <p:bold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HY목각파임B" panose="02030600000101010101" pitchFamily="18" charset="-127"/>
      <p:regular r:id="rId53"/>
    </p:embeddedFont>
    <p:embeddedFont>
      <p:font typeface="HY신명조" panose="02030600000101010101" pitchFamily="18" charset="-127"/>
      <p:regular r:id="rId54"/>
    </p:embeddedFont>
    <p:embeddedFont>
      <p:font typeface="맑은 고딕" panose="020B0503020000020004" pitchFamily="50" charset="-127"/>
      <p:regular r:id="rId55"/>
      <p:bold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2" autoAdjust="0"/>
    <p:restoredTop sz="95529" autoAdjust="0"/>
  </p:normalViewPr>
  <p:slideViewPr>
    <p:cSldViewPr>
      <p:cViewPr varScale="1">
        <p:scale>
          <a:sx n="33" d="100"/>
          <a:sy n="33" d="100"/>
        </p:scale>
        <p:origin x="84" y="1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5A4F2-ACFB-4062-B4F8-D3DF8BF28290}" type="datetimeFigureOut">
              <a:rPr lang="ko-KR" altLang="en-US" smtClean="0"/>
              <a:t>2025-03-21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6768A-0F16-4B50-8F02-41A98D3FF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00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6768A-0F16-4B50-8F02-41A98D3FF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693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6768A-0F16-4B50-8F02-41A98D3FF19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096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21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31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3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5" Type="http://schemas.openxmlformats.org/officeDocument/2006/relationships/image" Target="../media/image32.png"/><Relationship Id="rId10" Type="http://schemas.openxmlformats.org/officeDocument/2006/relationships/image" Target="../media/image28.png"/><Relationship Id="rId4" Type="http://schemas.openxmlformats.org/officeDocument/2006/relationships/image" Target="../media/image14.png"/><Relationship Id="rId9" Type="http://schemas.openxmlformats.org/officeDocument/2006/relationships/image" Target="../media/image27.png"/><Relationship Id="rId1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1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33.jp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37.png"/><Relationship Id="rId5" Type="http://schemas.openxmlformats.org/officeDocument/2006/relationships/image" Target="../media/image36.jpg"/><Relationship Id="rId15" Type="http://schemas.openxmlformats.org/officeDocument/2006/relationships/image" Target="../media/image41.png"/><Relationship Id="rId10" Type="http://schemas.openxmlformats.org/officeDocument/2006/relationships/image" Target="../media/image2.png"/><Relationship Id="rId4" Type="http://schemas.openxmlformats.org/officeDocument/2006/relationships/image" Target="../media/image35.png"/><Relationship Id="rId9" Type="http://schemas.openxmlformats.org/officeDocument/2006/relationships/image" Target="../media/image7.png"/><Relationship Id="rId1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7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52.png"/><Relationship Id="rId5" Type="http://schemas.openxmlformats.org/officeDocument/2006/relationships/image" Target="../media/image9.png"/><Relationship Id="rId10" Type="http://schemas.openxmlformats.org/officeDocument/2006/relationships/image" Target="../media/image51.png"/><Relationship Id="rId4" Type="http://schemas.openxmlformats.org/officeDocument/2006/relationships/image" Target="../media/image8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7.png"/><Relationship Id="rId7" Type="http://schemas.openxmlformats.org/officeDocument/2006/relationships/image" Target="../media/image5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7.png"/><Relationship Id="rId7" Type="http://schemas.openxmlformats.org/officeDocument/2006/relationships/image" Target="../media/image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7.png"/><Relationship Id="rId7" Type="http://schemas.openxmlformats.org/officeDocument/2006/relationships/image" Target="../media/image6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7.png"/><Relationship Id="rId7" Type="http://schemas.openxmlformats.org/officeDocument/2006/relationships/image" Target="../media/image7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.png"/><Relationship Id="rId7" Type="http://schemas.openxmlformats.org/officeDocument/2006/relationships/image" Target="../media/image7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.png"/><Relationship Id="rId7" Type="http://schemas.openxmlformats.org/officeDocument/2006/relationships/image" Target="../media/image8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7.png"/><Relationship Id="rId7" Type="http://schemas.openxmlformats.org/officeDocument/2006/relationships/image" Target="../media/image9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7.png"/><Relationship Id="rId7" Type="http://schemas.openxmlformats.org/officeDocument/2006/relationships/image" Target="../media/image9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192.168.0.18:9080/Kdessert/" TargetMode="External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3.png"/><Relationship Id="rId7" Type="http://schemas.openxmlformats.org/officeDocument/2006/relationships/image" Target="../media/image9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9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13.png"/><Relationship Id="rId7" Type="http://schemas.openxmlformats.org/officeDocument/2006/relationships/image" Target="../media/image9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100.png"/><Relationship Id="rId4" Type="http://schemas.openxmlformats.org/officeDocument/2006/relationships/image" Target="../media/image14.png"/><Relationship Id="rId9" Type="http://schemas.openxmlformats.org/officeDocument/2006/relationships/image" Target="../media/image9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6388100" y="-1816100"/>
            <a:ext cx="5511800" cy="55118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461797400" y="2147483647"/>
            <a:ext cx="2147483647" cy="1723059800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1061700" y="-1371600"/>
            <a:ext cx="127000" cy="14338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197100" y="3492500"/>
            <a:ext cx="127000" cy="4597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700" y="5854700"/>
            <a:ext cx="18313400" cy="4749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613900" y="1485900"/>
            <a:ext cx="7785100" cy="361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6240"/>
              </a:lnSpc>
            </a:pPr>
            <a:r>
              <a:rPr lang="ko-KR" sz="5800" b="0" i="0" u="none" strike="noStrike" spc="-200" dirty="0">
                <a:solidFill>
                  <a:srgbClr val="595959"/>
                </a:solidFill>
                <a:ea typeface="MaruBuri SemiBold"/>
              </a:rPr>
              <a:t>한국</a:t>
            </a:r>
            <a:r>
              <a:rPr lang="en-US" sz="5800" b="0" i="0" u="none" strike="noStrike" spc="-200" dirty="0">
                <a:solidFill>
                  <a:srgbClr val="595959"/>
                </a:solidFill>
                <a:latin typeface="MaruBuri SemiBold"/>
              </a:rPr>
              <a:t> </a:t>
            </a:r>
            <a:r>
              <a:rPr lang="ko-KR" sz="5800" b="0" i="0" u="none" strike="noStrike" spc="-200" dirty="0">
                <a:solidFill>
                  <a:srgbClr val="595959"/>
                </a:solidFill>
                <a:ea typeface="MaruBuri SemiBold"/>
              </a:rPr>
              <a:t>전통과자</a:t>
            </a:r>
            <a:r>
              <a:rPr lang="en-US" sz="5800" b="0" i="0" u="none" strike="noStrike" spc="-200" dirty="0">
                <a:solidFill>
                  <a:srgbClr val="595959"/>
                </a:solidFill>
                <a:latin typeface="MaruBuri SemiBold"/>
              </a:rPr>
              <a:t> </a:t>
            </a:r>
            <a:r>
              <a:rPr lang="ko-KR" sz="5800" b="0" i="0" u="none" strike="noStrike" spc="-200" dirty="0">
                <a:solidFill>
                  <a:srgbClr val="595959"/>
                </a:solidFill>
                <a:ea typeface="MaruBuri SemiBold"/>
              </a:rPr>
              <a:t>사이트</a:t>
            </a:r>
          </a:p>
          <a:p>
            <a:pPr lvl="0" algn="r">
              <a:lnSpc>
                <a:spcPct val="106240"/>
              </a:lnSpc>
            </a:pPr>
            <a:r>
              <a:rPr lang="ko-KR" sz="15500" b="0" i="0" u="none" strike="noStrike" spc="-400" dirty="0">
                <a:solidFill>
                  <a:srgbClr val="595959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알근달근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60500" y="6261100"/>
            <a:ext cx="3225800" cy="341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2839"/>
              </a:lnSpc>
            </a:pPr>
            <a:r>
              <a:rPr lang="ko-KR" sz="3700" b="0" i="0" u="none" strike="noStrike" spc="-100" dirty="0" err="1">
                <a:solidFill>
                  <a:srgbClr val="59595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꼬부기</a:t>
            </a:r>
            <a:r>
              <a:rPr lang="en-US" sz="3700" b="0" i="0" u="none" strike="noStrike" spc="-100" dirty="0">
                <a:solidFill>
                  <a:srgbClr val="59595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sz="3700" b="0" i="0" u="none" strike="noStrike" spc="-100" dirty="0">
                <a:solidFill>
                  <a:srgbClr val="59595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소방대</a:t>
            </a:r>
          </a:p>
          <a:p>
            <a:pPr lvl="0" algn="r">
              <a:lnSpc>
                <a:spcPct val="122839"/>
              </a:lnSpc>
            </a:pPr>
            <a:r>
              <a:rPr lang="ko-KR" sz="3700" b="0" i="0" u="none" strike="noStrike" spc="-100" dirty="0" err="1">
                <a:solidFill>
                  <a:srgbClr val="59595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오우람</a:t>
            </a:r>
            <a:endParaRPr lang="ko-KR" sz="3700" b="0" i="0" u="none" strike="noStrike" spc="-100" dirty="0">
              <a:solidFill>
                <a:srgbClr val="59595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lvl="0" algn="r">
              <a:lnSpc>
                <a:spcPct val="122839"/>
              </a:lnSpc>
            </a:pPr>
            <a:r>
              <a:rPr lang="ko-KR" sz="3700" b="0" i="0" u="none" strike="noStrike" spc="-100" dirty="0">
                <a:solidFill>
                  <a:srgbClr val="59595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박진우</a:t>
            </a:r>
          </a:p>
          <a:p>
            <a:pPr lvl="0" algn="r">
              <a:lnSpc>
                <a:spcPct val="122839"/>
              </a:lnSpc>
            </a:pPr>
            <a:r>
              <a:rPr lang="ko-KR" sz="3700" b="0" i="0" u="none" strike="noStrike" spc="-100" dirty="0" err="1">
                <a:solidFill>
                  <a:srgbClr val="59595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박찬정</a:t>
            </a:r>
            <a:endParaRPr lang="ko-KR" sz="3700" b="0" i="0" u="none" strike="noStrike" spc="-100" dirty="0">
              <a:solidFill>
                <a:srgbClr val="59595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lvl="0" algn="r">
              <a:lnSpc>
                <a:spcPct val="122839"/>
              </a:lnSpc>
            </a:pPr>
            <a:r>
              <a:rPr lang="ko-KR" sz="3700" b="0" i="0" u="none" strike="noStrike" spc="-100" dirty="0" err="1">
                <a:solidFill>
                  <a:srgbClr val="59595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전유빈</a:t>
            </a:r>
            <a:endParaRPr lang="ko-KR" sz="3700" b="0" i="0" u="none" strike="noStrike" spc="-100" dirty="0">
              <a:solidFill>
                <a:srgbClr val="59595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2147483648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14400" y="4140200"/>
            <a:ext cx="1778000" cy="111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9559"/>
              </a:lnSpc>
            </a:pPr>
            <a:r>
              <a:rPr lang="ko-KR" sz="6300" b="0" i="0" u="none" strike="noStrike" spc="-200" dirty="0">
                <a:solidFill>
                  <a:srgbClr val="0A2557"/>
                </a:solidFill>
                <a:ea typeface="MaruBuri SemiBold"/>
              </a:rPr>
              <a:t>목차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91300" y="1739900"/>
            <a:ext cx="3213100" cy="698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2839"/>
              </a:lnSpc>
            </a:pP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프로젝트</a:t>
            </a:r>
            <a:r>
              <a:rPr lang="en-US" sz="3900" b="0" i="0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개요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1498600"/>
            <a:ext cx="1358900" cy="13589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308600" y="1816100"/>
            <a:ext cx="914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dirty="0">
                <a:solidFill>
                  <a:srgbClr val="FFFFFF"/>
                </a:solidFill>
                <a:latin typeface="S-Core Dream 4 Regular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91300" y="4254500"/>
            <a:ext cx="4432300" cy="698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2839"/>
              </a:lnSpc>
            </a:pPr>
            <a:r>
              <a:rPr lang="ko-KR" sz="3900" b="0" i="0" u="none" strike="noStrike" spc="-100" dirty="0">
                <a:solidFill>
                  <a:srgbClr val="000000"/>
                </a:solidFill>
                <a:ea typeface="S-Core Dream 4 Regular"/>
              </a:rPr>
              <a:t>프로젝트</a:t>
            </a:r>
            <a:r>
              <a:rPr lang="en-US" sz="3900" b="0" i="0" u="none" strike="noStrike" spc="-100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3900" b="0" i="0" u="none" strike="noStrike" spc="-100" dirty="0">
                <a:solidFill>
                  <a:srgbClr val="000000"/>
                </a:solidFill>
                <a:ea typeface="S-Core Dream 4 Regular"/>
              </a:rPr>
              <a:t>진행</a:t>
            </a:r>
            <a:r>
              <a:rPr lang="en-US" sz="3900" b="0" i="0" u="none" strike="noStrike" spc="-100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altLang="en-US" sz="3900" b="0" i="0" u="none" strike="noStrike" spc="-100" dirty="0">
                <a:solidFill>
                  <a:srgbClr val="000000"/>
                </a:solidFill>
                <a:ea typeface="S-Core Dream 4 Regular"/>
              </a:rPr>
              <a:t>경과</a:t>
            </a:r>
            <a:endParaRPr lang="ko-KR" sz="3900" b="0" i="0" u="none" strike="noStrike" spc="-100" dirty="0">
              <a:solidFill>
                <a:srgbClr val="000000"/>
              </a:solidFill>
              <a:ea typeface="S-Core Dream 4 Regular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4013200"/>
            <a:ext cx="1358900" cy="1358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308600" y="4330700"/>
            <a:ext cx="8890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>
                <a:solidFill>
                  <a:srgbClr val="FFFFFF"/>
                </a:solidFill>
                <a:latin typeface="S-Core Dream 4 Regular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91300" y="6769100"/>
            <a:ext cx="3213100" cy="698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2839"/>
              </a:lnSpc>
            </a:pP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프로젝트</a:t>
            </a:r>
            <a:r>
              <a:rPr lang="en-US" sz="3900" b="0" i="0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시연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6527800"/>
            <a:ext cx="1358900" cy="1358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5308600" y="6845300"/>
            <a:ext cx="914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>
                <a:solidFill>
                  <a:srgbClr val="FFFFFF"/>
                </a:solidFill>
                <a:latin typeface="S-Core Dream 4 Regular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09500" y="2895600"/>
            <a:ext cx="3416300" cy="698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2839"/>
              </a:lnSpc>
            </a:pP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팀</a:t>
            </a:r>
            <a:r>
              <a:rPr lang="en-US" sz="3900" b="0" i="0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구성</a:t>
            </a:r>
            <a:r>
              <a:rPr lang="en-US" sz="3900" b="0" i="0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및</a:t>
            </a:r>
            <a:r>
              <a:rPr lang="en-US" sz="3900" b="0" i="0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역할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0" y="2654300"/>
            <a:ext cx="1358900" cy="13589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1226800" y="2971800"/>
            <a:ext cx="914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>
                <a:solidFill>
                  <a:srgbClr val="FFFFFF"/>
                </a:solidFill>
                <a:latin typeface="S-Core Dream 4 Regular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09500" y="5410200"/>
            <a:ext cx="3213100" cy="698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2839"/>
              </a:lnSpc>
            </a:pP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프로젝트</a:t>
            </a:r>
            <a:r>
              <a:rPr lang="en-US" sz="3900" b="0" i="0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결과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0" y="5168900"/>
            <a:ext cx="1358900" cy="13589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1226800" y="5486400"/>
            <a:ext cx="914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>
                <a:solidFill>
                  <a:srgbClr val="FFFFFF"/>
                </a:solidFill>
                <a:latin typeface="S-Core Dream 4 Regular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09500" y="7924800"/>
            <a:ext cx="3721100" cy="698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2839"/>
              </a:lnSpc>
            </a:pP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자체평가</a:t>
            </a:r>
            <a:r>
              <a:rPr lang="en-US" sz="3900" b="0" i="0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및</a:t>
            </a:r>
            <a:r>
              <a:rPr lang="en-US" sz="3900" b="0" i="0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3900" b="0" i="0" u="none" strike="noStrike" spc="-100">
                <a:solidFill>
                  <a:srgbClr val="000000"/>
                </a:solidFill>
                <a:ea typeface="S-Core Dream 4 Regular"/>
              </a:rPr>
              <a:t>의견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0" y="7683500"/>
            <a:ext cx="1358900" cy="1358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1226800" y="8001000"/>
            <a:ext cx="914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>
                <a:solidFill>
                  <a:srgbClr val="FFFFFF"/>
                </a:solidFill>
                <a:latin typeface="S-Core Dream 4 Regular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3100" y="0"/>
            <a:ext cx="19621500" cy="2603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2147483648" y="2147483647"/>
            <a:ext cx="2147483647" cy="1845665600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01400" y="-5003800"/>
            <a:ext cx="139700" cy="153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714500" y="203200"/>
            <a:ext cx="139700" cy="492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27300" y="927100"/>
            <a:ext cx="27813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3710"/>
              </a:lnSpc>
            </a:pP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프로젝트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개요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00" y="-939800"/>
            <a:ext cx="1092200" cy="3352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73200" y="11176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40000" y="1676400"/>
            <a:ext cx="21844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2700" b="0" i="0" u="none" strike="noStrike" dirty="0">
                <a:solidFill>
                  <a:srgbClr val="0A2557"/>
                </a:solidFill>
                <a:ea typeface="S-Core Dream 4 Regular"/>
              </a:rPr>
              <a:t>이름의 유래</a:t>
            </a:r>
            <a:endParaRPr lang="ko-KR" sz="27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6388100" y="-3098800"/>
            <a:ext cx="5511800" cy="55118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BCF8B3-7BCD-4643-ADC2-9632643C19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950366"/>
            <a:ext cx="8885065" cy="5219034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3015DA-6B29-4B02-A952-A23B8192BE79}"/>
              </a:ext>
            </a:extLst>
          </p:cNvPr>
          <p:cNvGrpSpPr/>
          <p:nvPr/>
        </p:nvGrpSpPr>
        <p:grpSpPr>
          <a:xfrm>
            <a:off x="10264807" y="3917074"/>
            <a:ext cx="3027877" cy="1409700"/>
            <a:chOff x="9270796" y="3260420"/>
            <a:chExt cx="3027877" cy="1409700"/>
          </a:xfrm>
        </p:grpSpPr>
        <p:pic>
          <p:nvPicPr>
            <p:cNvPr id="19" name="Picture 15">
              <a:extLst>
                <a:ext uri="{FF2B5EF4-FFF2-40B4-BE49-F238E27FC236}">
                  <a16:creationId xmlns:a16="http://schemas.microsoft.com/office/drawing/2014/main" id="{CDB55B1F-38D0-4CB6-93B1-43F707F29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70796" y="3260420"/>
              <a:ext cx="3027877" cy="1409700"/>
            </a:xfrm>
            <a:prstGeom prst="rect">
              <a:avLst/>
            </a:prstGeom>
          </p:spPr>
        </p:pic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86EEE271-95F5-493F-8054-2B616D2E7111}"/>
                </a:ext>
              </a:extLst>
            </p:cNvPr>
            <p:cNvSpPr txBox="1"/>
            <p:nvPr/>
          </p:nvSpPr>
          <p:spPr>
            <a:xfrm>
              <a:off x="9950113" y="3514420"/>
              <a:ext cx="1759084" cy="84129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39440"/>
                </a:lnSpc>
              </a:pPr>
              <a:r>
                <a:rPr lang="ko-KR" altLang="en-US" sz="4400" dirty="0">
                  <a:solidFill>
                    <a:srgbClr val="0A2557"/>
                  </a:solidFill>
                  <a:ea typeface="S-Core Dream 4 Regular"/>
                </a:rPr>
                <a:t>단결력</a:t>
              </a:r>
              <a:endParaRPr lang="ko-KR" sz="4400" b="0" i="0" u="none" strike="noStrike" dirty="0">
                <a:solidFill>
                  <a:srgbClr val="0A2557"/>
                </a:solidFill>
                <a:ea typeface="S-Core Dream 4 Regular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7F9BDB3-E641-452C-9802-3DC3BB4C9307}"/>
              </a:ext>
            </a:extLst>
          </p:cNvPr>
          <p:cNvGrpSpPr/>
          <p:nvPr/>
        </p:nvGrpSpPr>
        <p:grpSpPr>
          <a:xfrm>
            <a:off x="10264807" y="5848834"/>
            <a:ext cx="3027877" cy="1409700"/>
            <a:chOff x="11186584" y="4806950"/>
            <a:chExt cx="3027877" cy="1409700"/>
          </a:xfrm>
        </p:grpSpPr>
        <p:pic>
          <p:nvPicPr>
            <p:cNvPr id="22" name="Picture 15">
              <a:extLst>
                <a:ext uri="{FF2B5EF4-FFF2-40B4-BE49-F238E27FC236}">
                  <a16:creationId xmlns:a16="http://schemas.microsoft.com/office/drawing/2014/main" id="{603B7719-15D9-4660-BA5A-B6481534F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186584" y="4806950"/>
              <a:ext cx="3027877" cy="1409700"/>
            </a:xfrm>
            <a:prstGeom prst="rect">
              <a:avLst/>
            </a:prstGeom>
          </p:spPr>
        </p:pic>
        <p:sp>
          <p:nvSpPr>
            <p:cNvPr id="23" name="TextBox 17">
              <a:extLst>
                <a:ext uri="{FF2B5EF4-FFF2-40B4-BE49-F238E27FC236}">
                  <a16:creationId xmlns:a16="http://schemas.microsoft.com/office/drawing/2014/main" id="{0A3D61A0-EE44-4E76-95A4-58085C07C9AB}"/>
                </a:ext>
              </a:extLst>
            </p:cNvPr>
            <p:cNvSpPr txBox="1"/>
            <p:nvPr/>
          </p:nvSpPr>
          <p:spPr>
            <a:xfrm>
              <a:off x="12097742" y="5091152"/>
              <a:ext cx="1205560" cy="84129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39440"/>
                </a:lnSpc>
              </a:pPr>
              <a:r>
                <a:rPr lang="ko-KR" altLang="en-US" sz="4400" b="0" i="0" u="none" strike="noStrike" dirty="0">
                  <a:solidFill>
                    <a:srgbClr val="0A2557"/>
                  </a:solidFill>
                  <a:ea typeface="S-Core Dream 4 Regular"/>
                </a:rPr>
                <a:t>열정</a:t>
              </a:r>
              <a:endParaRPr lang="ko-KR" sz="4400" b="0" i="0" u="none" strike="noStrike" dirty="0">
                <a:solidFill>
                  <a:srgbClr val="0A2557"/>
                </a:solidFill>
                <a:ea typeface="S-Core Dream 4 Regular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9AB5157-8288-4217-A5DB-E6C619F02DB9}"/>
              </a:ext>
            </a:extLst>
          </p:cNvPr>
          <p:cNvGrpSpPr/>
          <p:nvPr/>
        </p:nvGrpSpPr>
        <p:grpSpPr>
          <a:xfrm>
            <a:off x="10264807" y="7780594"/>
            <a:ext cx="3027877" cy="1409700"/>
            <a:chOff x="9238841" y="7753555"/>
            <a:chExt cx="3027877" cy="1409700"/>
          </a:xfrm>
        </p:grpSpPr>
        <p:pic>
          <p:nvPicPr>
            <p:cNvPr id="26" name="Picture 15">
              <a:extLst>
                <a:ext uri="{FF2B5EF4-FFF2-40B4-BE49-F238E27FC236}">
                  <a16:creationId xmlns:a16="http://schemas.microsoft.com/office/drawing/2014/main" id="{6B88F74C-D42B-4EB6-BFB0-9349C6456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38841" y="7753555"/>
              <a:ext cx="3027877" cy="1409700"/>
            </a:xfrm>
            <a:prstGeom prst="rect">
              <a:avLst/>
            </a:prstGeom>
          </p:spPr>
        </p:pic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9099F112-C51F-4B04-AC59-05AE8899A768}"/>
                </a:ext>
              </a:extLst>
            </p:cNvPr>
            <p:cNvSpPr txBox="1"/>
            <p:nvPr/>
          </p:nvSpPr>
          <p:spPr>
            <a:xfrm>
              <a:off x="10154899" y="8037757"/>
              <a:ext cx="1195760" cy="84129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39440"/>
                </a:lnSpc>
              </a:pPr>
              <a:r>
                <a:rPr lang="ko-KR" altLang="en-US" sz="4400" b="0" i="0" u="none" strike="noStrike" dirty="0">
                  <a:solidFill>
                    <a:srgbClr val="0A2557"/>
                  </a:solidFill>
                  <a:ea typeface="S-Core Dream 4 Regular"/>
                </a:rPr>
                <a:t>끈기</a:t>
              </a:r>
              <a:endParaRPr lang="ko-KR" sz="4400" b="0" i="0" u="none" strike="noStrike" dirty="0">
                <a:solidFill>
                  <a:srgbClr val="0A2557"/>
                </a:solidFill>
                <a:ea typeface="S-Core Dream 4 Regular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A66A590-D170-4C0E-B84D-71C253D6EE75}"/>
              </a:ext>
            </a:extLst>
          </p:cNvPr>
          <p:cNvSpPr txBox="1"/>
          <p:nvPr/>
        </p:nvSpPr>
        <p:spPr>
          <a:xfrm>
            <a:off x="13529426" y="4171074"/>
            <a:ext cx="396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꼬부기</a:t>
            </a:r>
            <a:r>
              <a:rPr lang="ko-KR" altLang="en-US" sz="2800" dirty="0"/>
              <a:t> 소방대처럼 단결력 있는 팀이 되기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B5C1A2-3352-4113-8242-47E51F1B4A3F}"/>
              </a:ext>
            </a:extLst>
          </p:cNvPr>
          <p:cNvSpPr txBox="1"/>
          <p:nvPr/>
        </p:nvSpPr>
        <p:spPr>
          <a:xfrm>
            <a:off x="13529426" y="6082829"/>
            <a:ext cx="396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불타는 열정으로 프로젝트에 임하기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890594-F2DA-48C6-AEC0-C0D9B1E435EC}"/>
              </a:ext>
            </a:extLst>
          </p:cNvPr>
          <p:cNvSpPr txBox="1"/>
          <p:nvPr/>
        </p:nvSpPr>
        <p:spPr>
          <a:xfrm>
            <a:off x="13529426" y="7951985"/>
            <a:ext cx="396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아무리 큰 문제라도</a:t>
            </a:r>
            <a:endParaRPr lang="en-US" altLang="ko-KR" sz="2800" dirty="0"/>
          </a:p>
          <a:p>
            <a:r>
              <a:rPr lang="ko-KR" altLang="en-US" sz="2800" dirty="0"/>
              <a:t>끝까지 파고들기</a:t>
            </a:r>
          </a:p>
        </p:txBody>
      </p:sp>
    </p:spTree>
    <p:extLst>
      <p:ext uri="{BB962C8B-B14F-4D97-AF65-F5344CB8AC3E}">
        <p14:creationId xmlns:p14="http://schemas.microsoft.com/office/powerpoint/2010/main" val="329326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3100" y="0"/>
            <a:ext cx="19621500" cy="2603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2147483648" y="2147483647"/>
            <a:ext cx="2147483647" cy="1845665600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01400" y="-5003800"/>
            <a:ext cx="139700" cy="153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714500" y="203200"/>
            <a:ext cx="139700" cy="492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27300" y="927100"/>
            <a:ext cx="27813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3710"/>
              </a:lnSpc>
            </a:pP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프로젝트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개요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00" y="-939800"/>
            <a:ext cx="1092200" cy="3352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73200" y="11176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40000" y="1676400"/>
            <a:ext cx="21844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2700" b="0" i="0" u="none" strike="noStrike" dirty="0">
                <a:solidFill>
                  <a:srgbClr val="0A2557"/>
                </a:solidFill>
                <a:ea typeface="S-Core Dream 4 Regular"/>
              </a:rPr>
              <a:t>이름의 유래</a:t>
            </a:r>
            <a:endParaRPr lang="ko-KR" sz="27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6388100" y="-3098800"/>
            <a:ext cx="5511800" cy="55118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DF77EA4-9DDF-49EB-A6D5-E31FE6D08461}"/>
              </a:ext>
            </a:extLst>
          </p:cNvPr>
          <p:cNvSpPr txBox="1"/>
          <p:nvPr/>
        </p:nvSpPr>
        <p:spPr>
          <a:xfrm>
            <a:off x="4216400" y="8351457"/>
            <a:ext cx="949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i="0" dirty="0">
                <a:solidFill>
                  <a:srgbClr val="000000"/>
                </a:solidFill>
                <a:effectLst/>
                <a:latin typeface="S-Core Dream 4 Regular"/>
                <a:ea typeface="맑은 고딕" panose="020B0503020000020004" pitchFamily="50" charset="-127"/>
              </a:rPr>
              <a:t>[</a:t>
            </a:r>
            <a:r>
              <a:rPr lang="ko-KR" altLang="en-US" sz="4400" i="0" dirty="0">
                <a:solidFill>
                  <a:srgbClr val="000000"/>
                </a:solidFill>
                <a:effectLst/>
                <a:latin typeface="S-Core Dream 4 Regular"/>
                <a:ea typeface="맑은 고딕" panose="020B0503020000020004" pitchFamily="50" charset="-127"/>
              </a:rPr>
              <a:t>뜻</a:t>
            </a:r>
            <a:r>
              <a:rPr lang="en-US" altLang="ko-KR" sz="4400" i="0" dirty="0">
                <a:solidFill>
                  <a:srgbClr val="000000"/>
                </a:solidFill>
                <a:effectLst/>
                <a:latin typeface="S-Core Dream 4 Regular"/>
                <a:ea typeface="맑은 고딕" panose="020B0503020000020004" pitchFamily="50" charset="-127"/>
              </a:rPr>
              <a:t>] </a:t>
            </a:r>
            <a:r>
              <a:rPr lang="ko-KR" altLang="en-US" sz="4400" i="0" dirty="0">
                <a:solidFill>
                  <a:srgbClr val="000000"/>
                </a:solidFill>
                <a:effectLst/>
                <a:latin typeface="S-Core Dream 4 Regular"/>
                <a:ea typeface="맑은 고딕" panose="020B0503020000020004" pitchFamily="50" charset="-127"/>
              </a:rPr>
              <a:t>맛이 조금 매우면서 달짝지근하다</a:t>
            </a:r>
            <a:r>
              <a:rPr lang="en-US" altLang="ko-KR" sz="4400" i="0" dirty="0">
                <a:solidFill>
                  <a:srgbClr val="000000"/>
                </a:solidFill>
                <a:effectLst/>
                <a:latin typeface="S-Core Dream 4 Regular"/>
                <a:ea typeface="맑은 고딕" panose="020B0503020000020004" pitchFamily="50" charset="-127"/>
              </a:rPr>
              <a:t>.</a:t>
            </a:r>
            <a:endParaRPr lang="ko-KR" altLang="en-US" sz="4400" dirty="0">
              <a:latin typeface="S-Core Dream 4 Regular"/>
              <a:ea typeface="맑은 고딕" panose="020B0503020000020004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B75C0F3-E7E4-4288-A6D5-77ED9168FCE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441" y="3314700"/>
            <a:ext cx="6830559" cy="4387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3100" y="0"/>
            <a:ext cx="19621500" cy="2603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2147483648" y="2147483647"/>
            <a:ext cx="2147483647" cy="1845665600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01400" y="-5003800"/>
            <a:ext cx="139700" cy="153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714500" y="203200"/>
            <a:ext cx="139700" cy="492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27300" y="927100"/>
            <a:ext cx="27813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3710"/>
              </a:lnSpc>
            </a:pP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프로젝트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개요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00" y="-939800"/>
            <a:ext cx="1092200" cy="3352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73200" y="11176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40000" y="1587500"/>
            <a:ext cx="16510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sz="2700" b="0" i="0" u="none" strike="noStrike">
                <a:solidFill>
                  <a:srgbClr val="0A2557"/>
                </a:solidFill>
                <a:ea typeface="S-Core Dream 4 Regular"/>
              </a:rPr>
              <a:t>주제</a:t>
            </a:r>
            <a:r>
              <a:rPr lang="en-US" sz="2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700" b="0" i="0" u="none" strike="noStrike">
                <a:solidFill>
                  <a:srgbClr val="0A2557"/>
                </a:solidFill>
                <a:ea typeface="S-Core Dream 4 Regular"/>
              </a:rPr>
              <a:t>목표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6388100" y="-3098800"/>
            <a:ext cx="5511800" cy="5511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6502400" y="4902200"/>
            <a:ext cx="2921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5448300" y="6235700"/>
            <a:ext cx="26670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6502400" y="7556500"/>
            <a:ext cx="2921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25700" y="4076700"/>
            <a:ext cx="3873500" cy="1803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781300" y="4343400"/>
            <a:ext cx="3200400" cy="330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39440"/>
              </a:lnSpc>
            </a:pPr>
            <a:r>
              <a:rPr lang="ko-KR" sz="1700" b="0" i="0" u="none" strike="noStrike" dirty="0">
                <a:solidFill>
                  <a:srgbClr val="0A2557"/>
                </a:solidFill>
                <a:ea typeface="MaruBuri SemiBold"/>
              </a:rPr>
              <a:t>첫</a:t>
            </a:r>
            <a:r>
              <a:rPr lang="en-US" sz="1700" b="0" i="0" u="none" strike="noStrike" dirty="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MaruBuri SemiBold"/>
              </a:rPr>
              <a:t>번째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81300" y="4851400"/>
            <a:ext cx="32004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9440"/>
              </a:lnSpc>
            </a:pP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전통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과자를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쉽게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접하는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수단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제공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25700" y="6616700"/>
            <a:ext cx="3873500" cy="1803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781300" y="6896100"/>
            <a:ext cx="3200400" cy="330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39440"/>
              </a:lnSpc>
            </a:pPr>
            <a:r>
              <a:rPr lang="ko-KR" sz="1700" b="0" i="0" u="none" strike="noStrike">
                <a:solidFill>
                  <a:srgbClr val="0A2557"/>
                </a:solidFill>
                <a:ea typeface="MaruBuri SemiBold"/>
              </a:rPr>
              <a:t>두</a:t>
            </a:r>
            <a:r>
              <a:rPr lang="en-US" sz="1700" b="0" i="0" u="none" strike="noStrike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MaruBuri SemiBold"/>
              </a:rPr>
              <a:t>번째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81300" y="7416800"/>
            <a:ext cx="3200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9440"/>
              </a:lnSpc>
            </a:pP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전통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과자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관련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정보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제공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및</a:t>
            </a:r>
          </a:p>
          <a:p>
            <a:pPr lvl="0" algn="l">
              <a:lnSpc>
                <a:spcPct val="139440"/>
              </a:lnSpc>
            </a:pP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각종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행사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,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체험교실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정보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제공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10800000">
            <a:off x="11506200" y="4902200"/>
            <a:ext cx="2921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0172700" y="6235700"/>
            <a:ext cx="2667000" cy="2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10800000">
            <a:off x="11506200" y="7556500"/>
            <a:ext cx="2921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88800" y="4076700"/>
            <a:ext cx="3873500" cy="1803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2344400" y="4356100"/>
            <a:ext cx="3200400" cy="330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39440"/>
              </a:lnSpc>
            </a:pPr>
            <a:r>
              <a:rPr lang="ko-KR" sz="1700" b="0" i="0" u="none" strike="noStrike">
                <a:solidFill>
                  <a:srgbClr val="0A2557"/>
                </a:solidFill>
                <a:ea typeface="MaruBuri SemiBold"/>
              </a:rPr>
              <a:t>세</a:t>
            </a:r>
            <a:r>
              <a:rPr lang="en-US" sz="1700" b="0" i="0" u="none" strike="noStrike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MaruBuri SemiBold"/>
              </a:rPr>
              <a:t>번째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44400" y="4876800"/>
            <a:ext cx="3200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9440"/>
              </a:lnSpc>
            </a:pPr>
            <a:r>
              <a:rPr lang="ko-KR" altLang="en-US" sz="1700" b="0" i="0" u="none" strike="noStrike" dirty="0">
                <a:solidFill>
                  <a:srgbClr val="0A2557"/>
                </a:solidFill>
                <a:ea typeface="S-Core Dream 4 Regular"/>
              </a:rPr>
              <a:t>게시판으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로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전통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과자에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대한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9440"/>
              </a:lnSpc>
            </a:pP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소통의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장</a:t>
            </a:r>
            <a:r>
              <a:rPr lang="en-US" sz="17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 dirty="0">
                <a:solidFill>
                  <a:srgbClr val="0A2557"/>
                </a:solidFill>
                <a:ea typeface="S-Core Dream 4 Regular"/>
              </a:rPr>
              <a:t>제공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88800" y="6616700"/>
            <a:ext cx="3873500" cy="1803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12000" y="4711700"/>
            <a:ext cx="4038600" cy="30734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2344400" y="6896100"/>
            <a:ext cx="3200400" cy="330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39440"/>
              </a:lnSpc>
            </a:pPr>
            <a:r>
              <a:rPr lang="ko-KR" sz="1700" b="0" i="0" u="none" strike="noStrike">
                <a:solidFill>
                  <a:srgbClr val="0A2557"/>
                </a:solidFill>
                <a:ea typeface="MaruBuri SemiBold"/>
              </a:rPr>
              <a:t>네</a:t>
            </a:r>
            <a:r>
              <a:rPr lang="en-US" sz="1700" b="0" i="0" u="none" strike="noStrike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MaruBuri SemiBold"/>
              </a:rPr>
              <a:t>번째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44400" y="7416800"/>
            <a:ext cx="30480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9440"/>
              </a:lnSpc>
            </a:pP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해당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브랜드의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관련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제품을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쉽게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판매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및</a:t>
            </a:r>
            <a:r>
              <a:rPr lang="en-US" sz="1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700" b="0" i="0" u="none" strike="noStrike">
                <a:solidFill>
                  <a:srgbClr val="0A2557"/>
                </a:solidFill>
                <a:ea typeface="S-Core Dream 4 Regular"/>
              </a:rPr>
              <a:t>구매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51700" y="5651500"/>
            <a:ext cx="3771900" cy="1155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9479"/>
              </a:lnSpc>
            </a:pPr>
            <a:r>
              <a:rPr lang="ko-KR" sz="3000" b="0" i="0" u="none" strike="noStrike" spc="-100">
                <a:solidFill>
                  <a:srgbClr val="595959"/>
                </a:solidFill>
                <a:ea typeface="MaruBuri SemiBold"/>
              </a:rPr>
              <a:t>전통</a:t>
            </a:r>
            <a:r>
              <a:rPr lang="en-US" sz="3000" b="0" i="0" u="none" strike="noStrike" spc="-100">
                <a:solidFill>
                  <a:srgbClr val="595959"/>
                </a:solidFill>
                <a:latin typeface="MaruBuri SemiBold"/>
              </a:rPr>
              <a:t> </a:t>
            </a:r>
            <a:r>
              <a:rPr lang="ko-KR" sz="3000" b="0" i="0" u="none" strike="noStrike" spc="-100">
                <a:solidFill>
                  <a:srgbClr val="595959"/>
                </a:solidFill>
                <a:ea typeface="MaruBuri SemiBold"/>
              </a:rPr>
              <a:t>과자</a:t>
            </a:r>
            <a:r>
              <a:rPr lang="en-US" sz="3000" b="0" i="0" u="none" strike="noStrike" spc="-100">
                <a:solidFill>
                  <a:srgbClr val="595959"/>
                </a:solidFill>
                <a:latin typeface="MaruBuri SemiBold"/>
              </a:rPr>
              <a:t> </a:t>
            </a:r>
            <a:r>
              <a:rPr lang="ko-KR" sz="3000" b="0" i="0" u="none" strike="noStrike" spc="-100">
                <a:solidFill>
                  <a:srgbClr val="595959"/>
                </a:solidFill>
                <a:ea typeface="MaruBuri SemiBold"/>
              </a:rPr>
              <a:t>브랜드</a:t>
            </a:r>
            <a:r>
              <a:rPr lang="en-US" sz="3000" b="0" i="0" u="none" strike="noStrike" spc="-100">
                <a:solidFill>
                  <a:srgbClr val="595959"/>
                </a:solidFill>
                <a:latin typeface="MaruBuri SemiBold"/>
              </a:rPr>
              <a:t> </a:t>
            </a:r>
            <a:r>
              <a:rPr lang="ko-KR" sz="3000" b="0" i="0" u="none" strike="noStrike" spc="-100">
                <a:solidFill>
                  <a:srgbClr val="595959"/>
                </a:solidFill>
                <a:ea typeface="MaruBuri SemiBold"/>
              </a:rPr>
              <a:t>전문</a:t>
            </a:r>
          </a:p>
          <a:p>
            <a:pPr lvl="0" algn="ctr">
              <a:lnSpc>
                <a:spcPct val="129479"/>
              </a:lnSpc>
            </a:pPr>
            <a:r>
              <a:rPr lang="ko-KR" sz="3000" b="0" i="0" u="none" strike="noStrike" spc="-100">
                <a:solidFill>
                  <a:srgbClr val="595959"/>
                </a:solidFill>
                <a:ea typeface="MaruBuri SemiBold"/>
              </a:rPr>
              <a:t>판매</a:t>
            </a:r>
            <a:r>
              <a:rPr lang="en-US" sz="3000" b="0" i="0" u="none" strike="noStrike" spc="-100">
                <a:solidFill>
                  <a:srgbClr val="595959"/>
                </a:solidFill>
                <a:latin typeface="MaruBuri SemiBold"/>
              </a:rPr>
              <a:t> </a:t>
            </a:r>
            <a:r>
              <a:rPr lang="ko-KR" sz="3000" b="0" i="0" u="none" strike="noStrike" spc="-100">
                <a:solidFill>
                  <a:srgbClr val="595959"/>
                </a:solidFill>
                <a:ea typeface="MaruBuri SemiBold"/>
              </a:rPr>
              <a:t>사이트</a:t>
            </a:r>
          </a:p>
        </p:txBody>
      </p:sp>
    </p:spTree>
    <p:extLst>
      <p:ext uri="{BB962C8B-B14F-4D97-AF65-F5344CB8AC3E}">
        <p14:creationId xmlns:p14="http://schemas.microsoft.com/office/powerpoint/2010/main" val="238822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3100" y="0"/>
            <a:ext cx="19621500" cy="2603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2147483648" y="2147483647"/>
            <a:ext cx="2147483647" cy="1845665600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01400" y="-5003800"/>
            <a:ext cx="139700" cy="153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714500" y="203200"/>
            <a:ext cx="139700" cy="49276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111500"/>
            <a:ext cx="5181600" cy="3238500"/>
          </a:xfrm>
          <a:prstGeom prst="rect">
            <a:avLst/>
          </a:prstGeom>
          <a:effectLst>
            <a:outerShdw blurRad="39088" dist="49771" dir="2700000">
              <a:srgbClr val="000000">
                <a:alpha val="18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850900" y="3276600"/>
            <a:ext cx="4699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595959"/>
                </a:solidFill>
                <a:latin typeface="S-Core Dream 6 Bold"/>
              </a:rPr>
              <a:t>Front-end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" y="3759200"/>
            <a:ext cx="4851400" cy="635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111500"/>
            <a:ext cx="5181600" cy="3238500"/>
          </a:xfrm>
          <a:prstGeom prst="rect">
            <a:avLst/>
          </a:prstGeom>
          <a:effectLst>
            <a:outerShdw blurRad="39088" dist="49771" dir="2700000">
              <a:srgbClr val="000000">
                <a:alpha val="18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6870700" y="3276600"/>
            <a:ext cx="4699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595959"/>
                </a:solidFill>
                <a:latin typeface="S-Core Dream 6 Bold"/>
              </a:rPr>
              <a:t>Back-end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500" y="3759200"/>
            <a:ext cx="4851400" cy="635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900" y="6540500"/>
            <a:ext cx="5181600" cy="3238500"/>
          </a:xfrm>
          <a:prstGeom prst="rect">
            <a:avLst/>
          </a:prstGeom>
          <a:effectLst>
            <a:outerShdw blurRad="39088" dist="49771" dir="2700000">
              <a:srgbClr val="000000">
                <a:alpha val="18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3619500" y="6705600"/>
            <a:ext cx="4699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595959"/>
                </a:solidFill>
                <a:latin typeface="S-Core Dream 6 Bold"/>
              </a:rPr>
              <a:t>Dev-tool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00" y="7200900"/>
            <a:ext cx="4851400" cy="635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600" y="6553200"/>
            <a:ext cx="5181600" cy="3238500"/>
          </a:xfrm>
          <a:prstGeom prst="rect">
            <a:avLst/>
          </a:prstGeom>
          <a:effectLst>
            <a:outerShdw blurRad="39088" dist="49771" dir="2700000">
              <a:srgbClr val="000000">
                <a:alpha val="18000"/>
              </a:srgbClr>
            </a:outerShdw>
          </a:effectLst>
        </p:spPr>
      </p:pic>
      <p:sp>
        <p:nvSpPr>
          <p:cNvPr id="21" name="TextBox 21"/>
          <p:cNvSpPr txBox="1"/>
          <p:nvPr/>
        </p:nvSpPr>
        <p:spPr>
          <a:xfrm>
            <a:off x="10121900" y="6718300"/>
            <a:ext cx="4699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595959"/>
                </a:solidFill>
                <a:latin typeface="S-Core Dream 6 Bold"/>
              </a:rPr>
              <a:t>Project-manage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7213600"/>
            <a:ext cx="4851400" cy="63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527300" y="927100"/>
            <a:ext cx="27813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3710"/>
              </a:lnSpc>
            </a:pP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프로젝트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개요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900" y="-939800"/>
            <a:ext cx="1092200" cy="3352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473200" y="11176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40000" y="1587500"/>
            <a:ext cx="2451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sz="2700" b="0" i="0" u="none" strike="noStrike">
                <a:solidFill>
                  <a:srgbClr val="0A2557"/>
                </a:solidFill>
                <a:ea typeface="S-Core Dream 4 Regular"/>
              </a:rPr>
              <a:t>주요</a:t>
            </a:r>
            <a:r>
              <a:rPr lang="en-US" sz="2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700" b="0" i="0" u="none" strike="noStrike">
                <a:solidFill>
                  <a:srgbClr val="0A2557"/>
                </a:solidFill>
                <a:ea typeface="S-Core Dream 4 Regular"/>
              </a:rPr>
              <a:t>개발</a:t>
            </a:r>
            <a:r>
              <a:rPr lang="en-US" sz="27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700" b="0" i="0" u="none" strike="noStrike">
                <a:solidFill>
                  <a:srgbClr val="0A2557"/>
                </a:solidFill>
                <a:ea typeface="S-Core Dream 4 Regular"/>
              </a:rPr>
              <a:t>환경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6388100" y="-3098800"/>
            <a:ext cx="5511800" cy="5511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3309" y="3707245"/>
            <a:ext cx="2444173" cy="2444173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4136" y="8039100"/>
            <a:ext cx="3079173" cy="720448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04600" y="7454900"/>
            <a:ext cx="2133600" cy="19304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0800" y="3937000"/>
            <a:ext cx="3746500" cy="20828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F1301412-87D6-4B83-B0BA-1969D8D634E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398" b="89844" l="9961" r="89941">
                        <a14:foregroundMark x1="38086" y1="8789" x2="51074" y2="8203"/>
                        <a14:foregroundMark x1="51074" y1="8203" x2="53027" y2="18750"/>
                        <a14:foregroundMark x1="53027" y1="18750" x2="38867" y2="18164"/>
                        <a14:foregroundMark x1="38867" y1="18164" x2="38965" y2="8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0" y="7734300"/>
            <a:ext cx="3530600" cy="1765300"/>
          </a:xfrm>
          <a:prstGeom prst="rect">
            <a:avLst/>
          </a:prstGeom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E0C99508-7EAA-43E7-BC79-6D6C6D581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6800" y="3162300"/>
            <a:ext cx="5181600" cy="3238500"/>
          </a:xfrm>
          <a:prstGeom prst="rect">
            <a:avLst/>
          </a:prstGeom>
          <a:effectLst>
            <a:outerShdw blurRad="39088" dist="49771" dir="2700000">
              <a:srgbClr val="000000">
                <a:alpha val="18000"/>
              </a:srgbClr>
            </a:outerShdw>
          </a:effectLst>
        </p:spPr>
      </p:pic>
      <p:sp>
        <p:nvSpPr>
          <p:cNvPr id="36" name="TextBox 13">
            <a:extLst>
              <a:ext uri="{FF2B5EF4-FFF2-40B4-BE49-F238E27FC236}">
                <a16:creationId xmlns:a16="http://schemas.microsoft.com/office/drawing/2014/main" id="{5911FC38-2E21-4290-ACB6-843106A51616}"/>
              </a:ext>
            </a:extLst>
          </p:cNvPr>
          <p:cNvSpPr txBox="1"/>
          <p:nvPr/>
        </p:nvSpPr>
        <p:spPr>
          <a:xfrm>
            <a:off x="12738100" y="3327400"/>
            <a:ext cx="4699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595959"/>
                </a:solidFill>
                <a:latin typeface="S-Core Dream 6 Bold"/>
              </a:rPr>
              <a:t>DB</a:t>
            </a:r>
          </a:p>
        </p:txBody>
      </p:sp>
      <p:pic>
        <p:nvPicPr>
          <p:cNvPr id="37" name="Picture 14">
            <a:extLst>
              <a:ext uri="{FF2B5EF4-FFF2-40B4-BE49-F238E27FC236}">
                <a16:creationId xmlns:a16="http://schemas.microsoft.com/office/drawing/2014/main" id="{487E6810-47FC-41A1-AC6C-37F1A81D4C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1900" y="3810000"/>
            <a:ext cx="4851400" cy="63500"/>
          </a:xfrm>
          <a:prstGeom prst="rect">
            <a:avLst/>
          </a:prstGeom>
        </p:spPr>
      </p:pic>
      <p:pic>
        <p:nvPicPr>
          <p:cNvPr id="38" name="Picture 29">
            <a:extLst>
              <a:ext uri="{FF2B5EF4-FFF2-40B4-BE49-F238E27FC236}">
                <a16:creationId xmlns:a16="http://schemas.microsoft.com/office/drawing/2014/main" id="{2ECF5A3E-67D0-4E15-8126-A2977F3E52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458536" y="3175000"/>
            <a:ext cx="3429000" cy="349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그림 154">
            <a:extLst>
              <a:ext uri="{FF2B5EF4-FFF2-40B4-BE49-F238E27FC236}">
                <a16:creationId xmlns:a16="http://schemas.microsoft.com/office/drawing/2014/main" id="{EDF7DAB7-F4C7-4C92-8DBA-4EC1676A60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64" t="21556" r="8860" b="42166"/>
          <a:stretch/>
        </p:blipFill>
        <p:spPr>
          <a:xfrm>
            <a:off x="9499600" y="3835400"/>
            <a:ext cx="3340100" cy="2051820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7314C0DA-9A2B-4930-AB14-4705BE350D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72" t="9421" r="20760" b="44319"/>
          <a:stretch/>
        </p:blipFill>
        <p:spPr>
          <a:xfrm>
            <a:off x="1511300" y="3835400"/>
            <a:ext cx="3362960" cy="2527300"/>
          </a:xfrm>
          <a:prstGeom prst="rect">
            <a:avLst/>
          </a:prstGeom>
        </p:spPr>
      </p:pic>
      <p:pic>
        <p:nvPicPr>
          <p:cNvPr id="151" name="Picture 20">
            <a:extLst>
              <a:ext uri="{FF2B5EF4-FFF2-40B4-BE49-F238E27FC236}">
                <a16:creationId xmlns:a16="http://schemas.microsoft.com/office/drawing/2014/main" id="{17D39F3D-7F46-4110-A93A-45F66B868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0" y="3835400"/>
            <a:ext cx="3365500" cy="2106048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A3AEFE3E-9F30-45A1-AE02-63396C8A29F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419" b="20788"/>
          <a:stretch/>
        </p:blipFill>
        <p:spPr>
          <a:xfrm>
            <a:off x="13477240" y="3858170"/>
            <a:ext cx="3373120" cy="202456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2147483648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73100" y="0"/>
            <a:ext cx="19621500" cy="2603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2147483648" y="2147483647"/>
            <a:ext cx="2147483647" cy="1845665600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11201400" y="-5003800"/>
            <a:ext cx="139700" cy="153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714500" y="203200"/>
            <a:ext cx="139700" cy="492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27300" y="1168400"/>
            <a:ext cx="30607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3710"/>
              </a:lnSpc>
            </a:pP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팀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구성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및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역할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" y="-939800"/>
            <a:ext cx="1092200" cy="3352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73200" y="11176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02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>
            <a:off x="6388100" y="-3098800"/>
            <a:ext cx="5511800" cy="55118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1300" y="5892800"/>
            <a:ext cx="3365500" cy="3556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>
            <a:off x="2743200" y="3124200"/>
            <a:ext cx="977900" cy="1041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5880100"/>
            <a:ext cx="3365500" cy="5842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1800" y="5892800"/>
            <a:ext cx="3365500" cy="355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>
            <a:off x="6705600" y="3136900"/>
            <a:ext cx="977900" cy="1041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0" y="5880100"/>
            <a:ext cx="3365500" cy="5842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6900" y="5892800"/>
            <a:ext cx="3365500" cy="3556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>
            <a:off x="10693400" y="3136900"/>
            <a:ext cx="977900" cy="1041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5880100"/>
            <a:ext cx="3365500" cy="5842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74700" y="5892800"/>
            <a:ext cx="3365500" cy="3556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>
            <a:off x="14605000" y="3136900"/>
            <a:ext cx="977900" cy="1041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700" y="5880100"/>
            <a:ext cx="3365500" cy="5842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1767522500" cy="2147483647"/>
            <a:chOff x="0" y="0"/>
            <a:chExt cx="0" cy="0"/>
          </a:xfrm>
        </p:grpSpPr>
      </p:grpSp>
      <p:grpSp>
        <p:nvGrpSpPr>
          <p:cNvPr id="32" name="Group 32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739900" y="6832600"/>
            <a:ext cx="88900" cy="889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1727200" y="6883400"/>
            <a:ext cx="88900" cy="508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1727200" y="6845300"/>
            <a:ext cx="88900" cy="508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1752600" y="6883400"/>
            <a:ext cx="88900" cy="508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739900" y="7226300"/>
            <a:ext cx="88900" cy="889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1727200" y="7264400"/>
            <a:ext cx="88900" cy="50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1727200" y="7226300"/>
            <a:ext cx="88900" cy="50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1752600" y="7264400"/>
            <a:ext cx="88900" cy="50800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43" name="Picture 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739900" y="7607300"/>
            <a:ext cx="88900" cy="889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1727200" y="7658100"/>
            <a:ext cx="88900" cy="508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1727200" y="7620000"/>
            <a:ext cx="88900" cy="508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1752600" y="7658100"/>
            <a:ext cx="88900" cy="508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739900" y="8001000"/>
            <a:ext cx="88900" cy="889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1727200" y="8039100"/>
            <a:ext cx="88900" cy="508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1727200" y="8001000"/>
            <a:ext cx="88900" cy="508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1752600" y="8039100"/>
            <a:ext cx="88900" cy="5080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739900" y="8382000"/>
            <a:ext cx="88900" cy="889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1727200" y="8420100"/>
            <a:ext cx="88900" cy="508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1727200" y="8394700"/>
            <a:ext cx="88900" cy="508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1752600" y="8420100"/>
            <a:ext cx="88900" cy="50800"/>
          </a:xfrm>
          <a:prstGeom prst="rect">
            <a:avLst/>
          </a:prstGeom>
        </p:spPr>
      </p:pic>
      <p:grpSp>
        <p:nvGrpSpPr>
          <p:cNvPr id="57" name="Group 57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5702300" y="6832600"/>
            <a:ext cx="88900" cy="889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5689600" y="6883400"/>
            <a:ext cx="88900" cy="508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5689600" y="6845300"/>
            <a:ext cx="88900" cy="508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5715000" y="6883400"/>
            <a:ext cx="88900" cy="50800"/>
          </a:xfrm>
          <a:prstGeom prst="rect">
            <a:avLst/>
          </a:prstGeom>
        </p:spPr>
      </p:pic>
      <p:grpSp>
        <p:nvGrpSpPr>
          <p:cNvPr id="62" name="Group 62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63" name="Picture 6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5702300" y="7226300"/>
            <a:ext cx="88900" cy="889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5689600" y="7264400"/>
            <a:ext cx="88900" cy="508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5689600" y="7226300"/>
            <a:ext cx="88900" cy="508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5715000" y="7264400"/>
            <a:ext cx="88900" cy="50800"/>
          </a:xfrm>
          <a:prstGeom prst="rect">
            <a:avLst/>
          </a:prstGeom>
        </p:spPr>
      </p:pic>
      <p:grpSp>
        <p:nvGrpSpPr>
          <p:cNvPr id="67" name="Group 67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68" name="Picture 6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5702300" y="7543620"/>
            <a:ext cx="88900" cy="889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5689600" y="7581720"/>
            <a:ext cx="88900" cy="508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5689600" y="7543620"/>
            <a:ext cx="88900" cy="508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5715000" y="7581720"/>
            <a:ext cx="88900" cy="50800"/>
          </a:xfrm>
          <a:prstGeom prst="rect">
            <a:avLst/>
          </a:prstGeom>
        </p:spPr>
      </p:pic>
      <p:grpSp>
        <p:nvGrpSpPr>
          <p:cNvPr id="72" name="Group 72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73" name="Picture 7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5702300" y="8242300"/>
            <a:ext cx="88900" cy="889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5689600" y="8280400"/>
            <a:ext cx="88900" cy="508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5689600" y="8242300"/>
            <a:ext cx="88900" cy="508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5715000" y="8280400"/>
            <a:ext cx="88900" cy="50800"/>
          </a:xfrm>
          <a:prstGeom prst="rect">
            <a:avLst/>
          </a:prstGeom>
        </p:spPr>
      </p:pic>
      <p:grpSp>
        <p:nvGrpSpPr>
          <p:cNvPr id="77" name="Group 77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78" name="Picture 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3716000" y="6832600"/>
            <a:ext cx="88900" cy="889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13703300" y="6883400"/>
            <a:ext cx="88900" cy="508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13703300" y="6845300"/>
            <a:ext cx="88900" cy="5080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13741400" y="6883400"/>
            <a:ext cx="88900" cy="50800"/>
          </a:xfrm>
          <a:prstGeom prst="rect">
            <a:avLst/>
          </a:prstGeom>
        </p:spPr>
      </p:pic>
      <p:grpSp>
        <p:nvGrpSpPr>
          <p:cNvPr id="82" name="Group 82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83" name="Picture 8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3716000" y="7226300"/>
            <a:ext cx="88900" cy="889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13703300" y="7264400"/>
            <a:ext cx="88900" cy="508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13703300" y="7226300"/>
            <a:ext cx="88900" cy="508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13741400" y="7264400"/>
            <a:ext cx="88900" cy="50800"/>
          </a:xfrm>
          <a:prstGeom prst="rect">
            <a:avLst/>
          </a:prstGeom>
        </p:spPr>
      </p:pic>
      <p:grpSp>
        <p:nvGrpSpPr>
          <p:cNvPr id="87" name="Group 87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88" name="Picture 8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3716000" y="7886700"/>
            <a:ext cx="88900" cy="889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13703300" y="7924800"/>
            <a:ext cx="88900" cy="508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13703300" y="7886700"/>
            <a:ext cx="88900" cy="50800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13741400" y="7924800"/>
            <a:ext cx="88900" cy="50800"/>
          </a:xfrm>
          <a:prstGeom prst="rect">
            <a:avLst/>
          </a:prstGeom>
        </p:spPr>
      </p:pic>
      <p:grpSp>
        <p:nvGrpSpPr>
          <p:cNvPr id="92" name="Group 92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93" name="Picture 9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3716000" y="8534400"/>
            <a:ext cx="88900" cy="8890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13703300" y="8572500"/>
            <a:ext cx="88900" cy="50800"/>
          </a:xfrm>
          <a:prstGeom prst="rect">
            <a:avLst/>
          </a:prstGeom>
        </p:spPr>
      </p:pic>
      <p:pic>
        <p:nvPicPr>
          <p:cNvPr id="95" name="Picture 9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13703300" y="8534400"/>
            <a:ext cx="88900" cy="5080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13741400" y="8572500"/>
            <a:ext cx="88900" cy="50800"/>
          </a:xfrm>
          <a:prstGeom prst="rect">
            <a:avLst/>
          </a:prstGeom>
        </p:spPr>
      </p:pic>
      <p:grpSp>
        <p:nvGrpSpPr>
          <p:cNvPr id="97" name="Group 97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98" name="Picture 9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5721482" y="8561952"/>
            <a:ext cx="88900" cy="88900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5708782" y="8600052"/>
            <a:ext cx="88900" cy="5080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5708782" y="8561952"/>
            <a:ext cx="88900" cy="50800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5734182" y="8600052"/>
            <a:ext cx="88900" cy="508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2006600" y="6007100"/>
            <a:ext cx="24384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 spc="-100">
                <a:solidFill>
                  <a:srgbClr val="0A2557"/>
                </a:solidFill>
                <a:ea typeface="MaruBuri SemiBold"/>
              </a:rPr>
              <a:t>오우람</a:t>
            </a:r>
            <a:r>
              <a:rPr lang="en-US" sz="1900" b="0" i="0" u="none" strike="noStrike" spc="-100">
                <a:solidFill>
                  <a:srgbClr val="0A2557"/>
                </a:solidFill>
                <a:latin typeface="MaruBuri SemiBold"/>
              </a:rPr>
              <a:t>-</a:t>
            </a:r>
            <a:r>
              <a:rPr lang="ko-KR" sz="1900" b="0" i="0" u="none" strike="noStrike" spc="-100">
                <a:solidFill>
                  <a:srgbClr val="0A2557"/>
                </a:solidFill>
                <a:ea typeface="MaruBuri SemiBold"/>
              </a:rPr>
              <a:t>팀장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969000" y="6007100"/>
            <a:ext cx="24384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 spc="-100">
                <a:solidFill>
                  <a:srgbClr val="0A2557"/>
                </a:solidFill>
                <a:ea typeface="MaruBuri SemiBold"/>
              </a:rPr>
              <a:t>박찬정</a:t>
            </a:r>
            <a:r>
              <a:rPr lang="en-US" sz="1900" b="0" i="0" u="none" strike="noStrike" spc="-100">
                <a:solidFill>
                  <a:srgbClr val="0A2557"/>
                </a:solidFill>
                <a:latin typeface="MaruBuri SemiBold"/>
              </a:rPr>
              <a:t>-</a:t>
            </a:r>
            <a:r>
              <a:rPr lang="ko-KR" sz="1900" b="0" i="0" u="none" strike="noStrike" spc="-100">
                <a:solidFill>
                  <a:srgbClr val="0A2557"/>
                </a:solidFill>
                <a:ea typeface="MaruBuri SemiBold"/>
              </a:rPr>
              <a:t>서기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9956800" y="6007100"/>
            <a:ext cx="24384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 spc="-100">
                <a:solidFill>
                  <a:srgbClr val="0A2557"/>
                </a:solidFill>
                <a:ea typeface="MaruBuri SemiBold"/>
              </a:rPr>
              <a:t>박진우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3944600" y="6007100"/>
            <a:ext cx="243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900" b="0" i="0" u="none" strike="noStrike" spc="-100">
                <a:solidFill>
                  <a:srgbClr val="0A2557"/>
                </a:solidFill>
                <a:ea typeface="MaruBuri SemiBold"/>
              </a:rPr>
              <a:t>전유빈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07" name="TextBox 107"/>
          <p:cNvSpPr txBox="1"/>
          <p:nvPr/>
        </p:nvSpPr>
        <p:spPr>
          <a:xfrm>
            <a:off x="5892800" y="7112000"/>
            <a:ext cx="2540000" cy="29069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회원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 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기능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 UI 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구현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892800" y="6743700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전반적인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 UI 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디자인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892800" y="7454720"/>
            <a:ext cx="2895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마이페이지의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개인정보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, </a:t>
            </a:r>
          </a:p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마이포인트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 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관련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기능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UI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구현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5892800" y="8140700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행사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관련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 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기능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UI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구현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911982" y="8473052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1500" b="0" i="0" u="none" strike="noStrike" dirty="0" err="1">
                <a:solidFill>
                  <a:srgbClr val="FFFFFF"/>
                </a:solidFill>
                <a:ea typeface="S-Core Dream 4 Regular"/>
              </a:rPr>
              <a:t>깃허브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S-Core Dream 4 Regular"/>
              </a:rPr>
              <a:t>관리</a:t>
            </a:r>
            <a:endParaRPr lang="ko-KR" sz="1500" b="0" i="0" u="none" strike="noStrike" dirty="0">
              <a:solidFill>
                <a:srgbClr val="FFFFFF"/>
              </a:solidFill>
              <a:ea typeface="S-Core Dream 4 Regular"/>
            </a:endParaRPr>
          </a:p>
        </p:txBody>
      </p:sp>
      <p:grpSp>
        <p:nvGrpSpPr>
          <p:cNvPr id="112" name="Group 1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13" name="TextBox 113"/>
          <p:cNvSpPr txBox="1"/>
          <p:nvPr/>
        </p:nvSpPr>
        <p:spPr>
          <a:xfrm>
            <a:off x="1930400" y="7518400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장바구니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기능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UI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구현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930400" y="6743700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DBA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업무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930400" y="7912100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구매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관련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기능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UI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구현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930400" y="8293100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더미데이터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제작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930400" y="7124700"/>
            <a:ext cx="26162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제품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관련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기능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구현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UI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구현</a:t>
            </a:r>
          </a:p>
        </p:txBody>
      </p:sp>
      <p:grpSp>
        <p:nvGrpSpPr>
          <p:cNvPr id="118" name="Group 1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19" name="TextBox 119"/>
          <p:cNvSpPr txBox="1"/>
          <p:nvPr/>
        </p:nvSpPr>
        <p:spPr>
          <a:xfrm>
            <a:off x="13906500" y="7785100"/>
            <a:ext cx="2476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게시판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댓글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관련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기능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UI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구현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3906500" y="6743700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전반적인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UI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구성요소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정리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906500" y="8445500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더미데이터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제작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3906500" y="7124700"/>
            <a:ext cx="27051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공통단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,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메인페이지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기능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UI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구현</a:t>
            </a:r>
          </a:p>
        </p:txBody>
      </p:sp>
      <p:grpSp>
        <p:nvGrpSpPr>
          <p:cNvPr id="123" name="Group 123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124" name="Picture 1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9804400" y="6845300"/>
            <a:ext cx="88900" cy="88900"/>
          </a:xfrm>
          <a:prstGeom prst="rect">
            <a:avLst/>
          </a:prstGeom>
        </p:spPr>
      </p:pic>
      <p:pic>
        <p:nvPicPr>
          <p:cNvPr id="125" name="Picture 1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9791700" y="6896100"/>
            <a:ext cx="88900" cy="50800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9791700" y="6858000"/>
            <a:ext cx="88900" cy="50800"/>
          </a:xfrm>
          <a:prstGeom prst="rect">
            <a:avLst/>
          </a:prstGeom>
        </p:spPr>
      </p:pic>
      <p:pic>
        <p:nvPicPr>
          <p:cNvPr id="127" name="Picture 1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9817100" y="6896100"/>
            <a:ext cx="88900" cy="50800"/>
          </a:xfrm>
          <a:prstGeom prst="rect">
            <a:avLst/>
          </a:prstGeom>
        </p:spPr>
      </p:pic>
      <p:grpSp>
        <p:nvGrpSpPr>
          <p:cNvPr id="128" name="Group 128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129" name="Picture 1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9804400" y="7289800"/>
            <a:ext cx="88900" cy="88900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9791700" y="7327900"/>
            <a:ext cx="88900" cy="50800"/>
          </a:xfrm>
          <a:prstGeom prst="rect">
            <a:avLst/>
          </a:prstGeom>
        </p:spPr>
      </p:pic>
      <p:pic>
        <p:nvPicPr>
          <p:cNvPr id="131" name="Picture 1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9791700" y="7302500"/>
            <a:ext cx="88900" cy="50800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9817100" y="7327900"/>
            <a:ext cx="88900" cy="50800"/>
          </a:xfrm>
          <a:prstGeom prst="rect">
            <a:avLst/>
          </a:prstGeom>
        </p:spPr>
      </p:pic>
      <p:grpSp>
        <p:nvGrpSpPr>
          <p:cNvPr id="133" name="Group 133"/>
          <p:cNvGrpSpPr/>
          <p:nvPr/>
        </p:nvGrpSpPr>
        <p:grpSpPr>
          <a:xfrm>
            <a:off x="2147483647" y="2147483647"/>
            <a:ext cx="1767522500" cy="1767522500"/>
            <a:chOff x="0" y="0"/>
            <a:chExt cx="0" cy="0"/>
          </a:xfrm>
        </p:grpSpPr>
      </p:grpSp>
      <p:pic>
        <p:nvPicPr>
          <p:cNvPr id="134" name="Picture 1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9804400" y="8007988"/>
            <a:ext cx="88900" cy="88900"/>
          </a:xfrm>
          <a:prstGeom prst="rect">
            <a:avLst/>
          </a:prstGeom>
        </p:spPr>
      </p:pic>
      <p:pic>
        <p:nvPicPr>
          <p:cNvPr id="135" name="Picture 1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9791700" y="8040508"/>
            <a:ext cx="88900" cy="50800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9791700" y="8013700"/>
            <a:ext cx="88900" cy="50800"/>
          </a:xfrm>
          <a:prstGeom prst="rect">
            <a:avLst/>
          </a:prstGeom>
        </p:spPr>
      </p:pic>
      <p:pic>
        <p:nvPicPr>
          <p:cNvPr id="137" name="Picture 1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9817100" y="8051800"/>
            <a:ext cx="88900" cy="50800"/>
          </a:xfrm>
          <a:prstGeom prst="rect">
            <a:avLst/>
          </a:prstGeom>
        </p:spPr>
      </p:pic>
      <p:sp>
        <p:nvSpPr>
          <p:cNvPr id="138" name="TextBox 138"/>
          <p:cNvSpPr txBox="1"/>
          <p:nvPr/>
        </p:nvSpPr>
        <p:spPr>
          <a:xfrm>
            <a:off x="10007600" y="6743700"/>
            <a:ext cx="16129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세부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디자인</a:t>
            </a:r>
            <a:r>
              <a:rPr lang="en-US" sz="1500" b="0" i="0" u="none" strike="noStrike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S-Core Dream 4 Regular"/>
              </a:rPr>
              <a:t>보조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0007600" y="7924800"/>
            <a:ext cx="14986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더미데이터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제작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10007600" y="7240408"/>
            <a:ext cx="2298700" cy="49389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다과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소개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S-Core Dream 4 Regular"/>
              </a:rPr>
              <a:t>관련 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기능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및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 UI 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구현</a:t>
            </a:r>
          </a:p>
        </p:txBody>
      </p:sp>
      <p:pic>
        <p:nvPicPr>
          <p:cNvPr id="141" name="Picture 98">
            <a:extLst>
              <a:ext uri="{FF2B5EF4-FFF2-40B4-BE49-F238E27FC236}">
                <a16:creationId xmlns:a16="http://schemas.microsoft.com/office/drawing/2014/main" id="{D169DB42-DECE-4A6E-8A93-6212963125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5733412" y="8928100"/>
            <a:ext cx="88900" cy="88900"/>
          </a:xfrm>
          <a:prstGeom prst="rect">
            <a:avLst/>
          </a:prstGeom>
        </p:spPr>
      </p:pic>
      <p:pic>
        <p:nvPicPr>
          <p:cNvPr id="142" name="Picture 99">
            <a:extLst>
              <a:ext uri="{FF2B5EF4-FFF2-40B4-BE49-F238E27FC236}">
                <a16:creationId xmlns:a16="http://schemas.microsoft.com/office/drawing/2014/main" id="{B1BC085C-158B-4895-9FCE-B0AE1BB91F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5720712" y="8966200"/>
            <a:ext cx="88900" cy="50800"/>
          </a:xfrm>
          <a:prstGeom prst="rect">
            <a:avLst/>
          </a:prstGeom>
        </p:spPr>
      </p:pic>
      <p:pic>
        <p:nvPicPr>
          <p:cNvPr id="143" name="Picture 100">
            <a:extLst>
              <a:ext uri="{FF2B5EF4-FFF2-40B4-BE49-F238E27FC236}">
                <a16:creationId xmlns:a16="http://schemas.microsoft.com/office/drawing/2014/main" id="{1C265EFD-E22B-4AEA-8465-2B9AE3B07A9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100000">
            <a:off x="5720712" y="8928100"/>
            <a:ext cx="88900" cy="50800"/>
          </a:xfrm>
          <a:prstGeom prst="rect">
            <a:avLst/>
          </a:prstGeom>
        </p:spPr>
      </p:pic>
      <p:pic>
        <p:nvPicPr>
          <p:cNvPr id="144" name="Picture 101">
            <a:extLst>
              <a:ext uri="{FF2B5EF4-FFF2-40B4-BE49-F238E27FC236}">
                <a16:creationId xmlns:a16="http://schemas.microsoft.com/office/drawing/2014/main" id="{FD7CD266-2BAF-4791-B1CF-F980A2A185C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700000">
            <a:off x="5746112" y="8966200"/>
            <a:ext cx="88900" cy="50800"/>
          </a:xfrm>
          <a:prstGeom prst="rect">
            <a:avLst/>
          </a:prstGeom>
        </p:spPr>
      </p:pic>
      <p:sp>
        <p:nvSpPr>
          <p:cNvPr id="145" name="TextBox 111">
            <a:extLst>
              <a:ext uri="{FF2B5EF4-FFF2-40B4-BE49-F238E27FC236}">
                <a16:creationId xmlns:a16="http://schemas.microsoft.com/office/drawing/2014/main" id="{78252B05-2755-4CCD-A4BF-B2F5D758D1BF}"/>
              </a:ext>
            </a:extLst>
          </p:cNvPr>
          <p:cNvSpPr txBox="1"/>
          <p:nvPr/>
        </p:nvSpPr>
        <p:spPr>
          <a:xfrm>
            <a:off x="5923912" y="8839200"/>
            <a:ext cx="2819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더미데이터</a:t>
            </a:r>
            <a:r>
              <a:rPr lang="en-US" sz="1500" b="0" i="0" u="none" strike="noStrike" dirty="0">
                <a:solidFill>
                  <a:srgbClr val="FFFFFF"/>
                </a:solidFill>
                <a:latin typeface="S-Core Dream 4 Regular"/>
              </a:rPr>
              <a:t> </a:t>
            </a:r>
            <a:r>
              <a:rPr lang="ko-KR" sz="1500" b="0" i="0" u="none" strike="noStrike" dirty="0">
                <a:solidFill>
                  <a:srgbClr val="FFFFFF"/>
                </a:solidFill>
                <a:ea typeface="S-Core Dream 4 Regular"/>
              </a:rPr>
              <a:t>제작</a:t>
            </a: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A1151B29-9524-4E66-9C42-D62713CD993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60" y="3899454"/>
            <a:ext cx="2105178" cy="2052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3100" y="0"/>
            <a:ext cx="19621500" cy="2603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2147483648" y="2147483647"/>
            <a:ext cx="2147483647" cy="1845665600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1201400" y="-5003800"/>
            <a:ext cx="139700" cy="153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714500" y="203200"/>
            <a:ext cx="139700" cy="492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27300" y="1168400"/>
            <a:ext cx="3937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3710"/>
              </a:lnSpc>
            </a:pPr>
            <a:r>
              <a:rPr lang="ko-KR" sz="3200" b="0" i="0" u="none" strike="noStrike" spc="200" dirty="0">
                <a:solidFill>
                  <a:srgbClr val="0A2557"/>
                </a:solidFill>
                <a:ea typeface="MaruBuri SemiBold"/>
              </a:rPr>
              <a:t>프로젝트</a:t>
            </a:r>
            <a:r>
              <a:rPr lang="en-US" sz="3200" b="0" i="0" u="none" strike="noStrike" spc="200" dirty="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 dirty="0">
                <a:solidFill>
                  <a:srgbClr val="0A2557"/>
                </a:solidFill>
                <a:ea typeface="MaruBuri SemiBold"/>
              </a:rPr>
              <a:t>진행</a:t>
            </a:r>
            <a:r>
              <a:rPr lang="en-US" sz="3200" b="0" i="0" u="none" strike="noStrike" spc="200" dirty="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altLang="en-US" sz="3200" b="0" i="0" u="none" strike="noStrike" spc="200" dirty="0">
                <a:solidFill>
                  <a:srgbClr val="0A2557"/>
                </a:solidFill>
                <a:ea typeface="MaruBuri SemiBold"/>
              </a:rPr>
              <a:t>경과</a:t>
            </a:r>
            <a:endParaRPr lang="ko-KR" sz="3200" b="0" i="0" u="none" strike="noStrike" spc="200" dirty="0">
              <a:solidFill>
                <a:srgbClr val="0A2557"/>
              </a:solidFill>
              <a:ea typeface="MaruBuri Semi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900" y="-939800"/>
            <a:ext cx="1092200" cy="3352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73200" y="11176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03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388100" y="-3098800"/>
            <a:ext cx="5511800" cy="55118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BE02A18-126B-4C5C-B1F2-5F7B4E2E86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6698" y="2793794"/>
            <a:ext cx="15177302" cy="7366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9" name="TextBox 29"/>
          <p:cNvSpPr txBox="1"/>
          <p:nvPr/>
        </p:nvSpPr>
        <p:spPr>
          <a:xfrm>
            <a:off x="1447800" y="5524500"/>
            <a:ext cx="6477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  <a:t>ERD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525D4B-9DC3-4409-A3BF-2597387D3E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470941"/>
            <a:ext cx="14677571" cy="96556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9" name="TextBox 29"/>
          <p:cNvSpPr txBox="1"/>
          <p:nvPr/>
        </p:nvSpPr>
        <p:spPr>
          <a:xfrm>
            <a:off x="952500" y="5575300"/>
            <a:ext cx="14986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메인</a:t>
            </a:r>
            <a:r>
              <a:rPr lang="en-US" sz="26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화면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BBEE3D5-51FD-4B13-AB97-9EAD34C8C37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000" r="-91" b="17600"/>
          <a:stretch/>
        </p:blipFill>
        <p:spPr>
          <a:xfrm>
            <a:off x="4477026" y="1009650"/>
            <a:ext cx="12885593" cy="8216900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3ED90E05-E925-4FD1-B3A4-690D9056BD1C}"/>
              </a:ext>
            </a:extLst>
          </p:cNvPr>
          <p:cNvSpPr/>
          <p:nvPr/>
        </p:nvSpPr>
        <p:spPr>
          <a:xfrm>
            <a:off x="6400800" y="2393950"/>
            <a:ext cx="1460500" cy="622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B0EA810-7787-4DAA-8F24-B6D472C7BDDC}"/>
              </a:ext>
            </a:extLst>
          </p:cNvPr>
          <p:cNvSpPr/>
          <p:nvPr/>
        </p:nvSpPr>
        <p:spPr>
          <a:xfrm>
            <a:off x="8845826" y="2393950"/>
            <a:ext cx="1460500" cy="622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7321780-CF8B-4201-B46D-2A857EE723B6}"/>
              </a:ext>
            </a:extLst>
          </p:cNvPr>
          <p:cNvSpPr/>
          <p:nvPr/>
        </p:nvSpPr>
        <p:spPr>
          <a:xfrm>
            <a:off x="11290852" y="2375728"/>
            <a:ext cx="1460500" cy="622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0F024C1-DFF4-48C5-B557-7C9FB12AC1D4}"/>
              </a:ext>
            </a:extLst>
          </p:cNvPr>
          <p:cNvSpPr/>
          <p:nvPr/>
        </p:nvSpPr>
        <p:spPr>
          <a:xfrm>
            <a:off x="13810974" y="2393950"/>
            <a:ext cx="1460500" cy="622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0B53AC-3026-4415-9E2C-5119926BA3F9}"/>
              </a:ext>
            </a:extLst>
          </p:cNvPr>
          <p:cNvSpPr txBox="1"/>
          <p:nvPr/>
        </p:nvSpPr>
        <p:spPr>
          <a:xfrm>
            <a:off x="6697013" y="168354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카테고리</a:t>
            </a:r>
            <a:endParaRPr lang="en-US" altLang="ko-KR" b="1" dirty="0"/>
          </a:p>
          <a:p>
            <a:pPr algn="ctr"/>
            <a:r>
              <a:rPr lang="en-US" altLang="ko-KR" b="1" dirty="0"/>
              <a:t>(</a:t>
            </a:r>
            <a:r>
              <a:rPr lang="ko-KR" altLang="en-US" b="1" dirty="0"/>
              <a:t>버튼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AC4E30-63BD-4028-B94F-F26612956A72}"/>
              </a:ext>
            </a:extLst>
          </p:cNvPr>
          <p:cNvSpPr/>
          <p:nvPr/>
        </p:nvSpPr>
        <p:spPr>
          <a:xfrm>
            <a:off x="6237831" y="3200512"/>
            <a:ext cx="9302750" cy="563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0EC5DA-0B4B-414D-906C-E432708E0FB3}"/>
              </a:ext>
            </a:extLst>
          </p:cNvPr>
          <p:cNvSpPr txBox="1"/>
          <p:nvPr/>
        </p:nvSpPr>
        <p:spPr>
          <a:xfrm>
            <a:off x="4899003" y="320051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롤링이미지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E1E878-C580-4C54-8388-D1C55A0E4EF6}"/>
              </a:ext>
            </a:extLst>
          </p:cNvPr>
          <p:cNvSpPr txBox="1"/>
          <p:nvPr/>
        </p:nvSpPr>
        <p:spPr>
          <a:xfrm>
            <a:off x="14706600" y="744521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가입자 정보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EC06158-A226-4E5A-AB76-13E66A090039}"/>
              </a:ext>
            </a:extLst>
          </p:cNvPr>
          <p:cNvSpPr/>
          <p:nvPr/>
        </p:nvSpPr>
        <p:spPr>
          <a:xfrm>
            <a:off x="14810330" y="1151547"/>
            <a:ext cx="22584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A972FA-6CE4-4CDB-94DE-DC19278E1EF6}"/>
              </a:ext>
            </a:extLst>
          </p:cNvPr>
          <p:cNvSpPr txBox="1"/>
          <p:nvPr/>
        </p:nvSpPr>
        <p:spPr>
          <a:xfrm>
            <a:off x="4766486" y="744521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로고</a:t>
            </a:r>
            <a:r>
              <a:rPr lang="en-US" altLang="ko-KR" b="1" dirty="0"/>
              <a:t>(</a:t>
            </a:r>
            <a:r>
              <a:rPr lang="ko-KR" altLang="en-US" b="1" dirty="0"/>
              <a:t>메인 버튼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295640F-5CF3-4DFA-A216-C9FB444EB5DC}"/>
              </a:ext>
            </a:extLst>
          </p:cNvPr>
          <p:cNvSpPr/>
          <p:nvPr/>
        </p:nvSpPr>
        <p:spPr>
          <a:xfrm>
            <a:off x="4899003" y="1165954"/>
            <a:ext cx="1501797" cy="10317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693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1200" y="2476500"/>
            <a:ext cx="7658100" cy="4991100"/>
          </a:xfrm>
          <a:prstGeom prst="rect">
            <a:avLst/>
          </a:prstGeom>
          <a:effectLst>
            <a:outerShdw blurRad="247807" dist="115112" dir="2700000">
              <a:srgbClr val="000000">
                <a:alpha val="1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3200" y="5575300"/>
            <a:ext cx="29337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2498880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1168400"/>
            <a:ext cx="7112000" cy="79502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26900" y="4914900"/>
            <a:ext cx="5422900" cy="1384300"/>
          </a:xfrm>
          <a:prstGeom prst="rect">
            <a:avLst/>
          </a:prstGeom>
          <a:effectLst>
            <a:outerShdw blurRad="19088" dist="31948" dir="2700000">
              <a:srgbClr val="000000">
                <a:alpha val="1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90400" y="5003800"/>
            <a:ext cx="5295900" cy="609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65000" y="5664200"/>
            <a:ext cx="5295900" cy="5461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26900" y="1765300"/>
            <a:ext cx="5422900" cy="2197100"/>
          </a:xfrm>
          <a:prstGeom prst="rect">
            <a:avLst/>
          </a:prstGeom>
          <a:effectLst>
            <a:outerShdw blurRad="48298" dist="50820" dir="2700000">
              <a:srgbClr val="000000">
                <a:alpha val="10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90400" y="1828800"/>
            <a:ext cx="5295900" cy="2057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44400" y="7251700"/>
            <a:ext cx="4800600" cy="2540000"/>
          </a:xfrm>
          <a:prstGeom prst="rect">
            <a:avLst/>
          </a:prstGeom>
          <a:effectLst>
            <a:outerShdw blurRad="64185" dist="58584" dir="2700000">
              <a:srgbClr val="000000">
                <a:alpha val="1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3200" y="5575300"/>
            <a:ext cx="29337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회원</a:t>
            </a:r>
            <a:r>
              <a:rPr lang="en-US" sz="26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가입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020800" y="1257300"/>
            <a:ext cx="1435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유효성</a:t>
            </a:r>
            <a:r>
              <a:rPr lang="en-US" sz="20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검사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20800" y="4406900"/>
            <a:ext cx="1435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중복확인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20800" y="6756400"/>
            <a:ext cx="1435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18808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8600" y="2971800"/>
            <a:ext cx="7340600" cy="4749800"/>
          </a:xfrm>
          <a:prstGeom prst="rect">
            <a:avLst/>
          </a:prstGeom>
          <a:effectLst>
            <a:outerShdw blurRad="225110" dist="109714" dir="2700000">
              <a:srgbClr val="000000">
                <a:alpha val="1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01500" y="1968500"/>
            <a:ext cx="5930900" cy="1968500"/>
          </a:xfrm>
          <a:prstGeom prst="rect">
            <a:avLst/>
          </a:prstGeom>
          <a:effectLst>
            <a:outerShdw blurRad="38656" dist="45465" dir="2700000">
              <a:srgbClr val="000000">
                <a:alpha val="1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17400" y="5842000"/>
            <a:ext cx="5473700" cy="2971800"/>
          </a:xfrm>
          <a:prstGeom prst="rect">
            <a:avLst/>
          </a:prstGeom>
          <a:effectLst>
            <a:outerShdw blurRad="87746" dist="68498" dir="2700000">
              <a:srgbClr val="000000">
                <a:alpha val="10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3200" y="5295900"/>
            <a:ext cx="2933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아이디</a:t>
            </a:r>
            <a:r>
              <a:rPr lang="en-US" sz="2600" b="0" i="0" u="none" strike="noStrike" dirty="0">
                <a:solidFill>
                  <a:srgbClr val="0A2557"/>
                </a:solidFill>
                <a:latin typeface="S-Core Dream 4 Regular"/>
              </a:rPr>
              <a:t>/</a:t>
            </a: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비밀번호</a:t>
            </a:r>
          </a:p>
          <a:p>
            <a:pPr lvl="0" algn="ctr">
              <a:lnSpc>
                <a:spcPct val="141100"/>
              </a:lnSpc>
            </a:pP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찾기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36700" y="1473200"/>
            <a:ext cx="1435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아이디</a:t>
            </a:r>
            <a:r>
              <a:rPr lang="en-US" sz="20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찾기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2400" y="5232400"/>
            <a:ext cx="1676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비밀번호</a:t>
            </a:r>
            <a:r>
              <a:rPr lang="en-US" sz="20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찾기</a:t>
            </a:r>
          </a:p>
        </p:txBody>
      </p:sp>
    </p:spTree>
    <p:extLst>
      <p:ext uri="{BB962C8B-B14F-4D97-AF65-F5344CB8AC3E}">
        <p14:creationId xmlns:p14="http://schemas.microsoft.com/office/powerpoint/2010/main" val="4103470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100" y="1625600"/>
            <a:ext cx="11214100" cy="7340600"/>
          </a:xfrm>
          <a:prstGeom prst="rect">
            <a:avLst/>
          </a:prstGeom>
          <a:effectLst>
            <a:outerShdw blurRad="536216" dist="169330" dir="2700000">
              <a:srgbClr val="000000">
                <a:alpha val="1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7400" y="5283200"/>
            <a:ext cx="17653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마이페이지</a:t>
            </a:r>
            <a:b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</a:b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개인정보</a:t>
            </a:r>
          </a:p>
        </p:txBody>
      </p:sp>
    </p:spTree>
    <p:extLst>
      <p:ext uri="{BB962C8B-B14F-4D97-AF65-F5344CB8AC3E}">
        <p14:creationId xmlns:p14="http://schemas.microsoft.com/office/powerpoint/2010/main" val="2345457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00" y="2184400"/>
            <a:ext cx="5702300" cy="6578600"/>
          </a:xfrm>
          <a:prstGeom prst="rect">
            <a:avLst/>
          </a:prstGeom>
          <a:effectLst>
            <a:outerShdw blurRad="323116" dist="131445" dir="2700000">
              <a:srgbClr val="000000">
                <a:alpha val="1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2700" y="2438400"/>
            <a:ext cx="6172200" cy="2476500"/>
          </a:xfrm>
          <a:prstGeom prst="rect">
            <a:avLst/>
          </a:prstGeom>
          <a:effectLst>
            <a:outerShdw blurRad="60840" dist="57037" dir="2700000">
              <a:srgbClr val="000000">
                <a:alpha val="1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42700" y="6096000"/>
            <a:ext cx="6172200" cy="2311400"/>
          </a:xfrm>
          <a:prstGeom prst="rect">
            <a:avLst/>
          </a:prstGeom>
          <a:effectLst>
            <a:outerShdw blurRad="52964" dist="53218" dir="2700000">
              <a:srgbClr val="000000">
                <a:alpha val="10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5283200"/>
            <a:ext cx="2070100" cy="158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마이페이지</a:t>
            </a:r>
            <a:b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</a:b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개인정보</a:t>
            </a:r>
            <a:r>
              <a:rPr lang="en-US" sz="26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수정</a:t>
            </a:r>
          </a:p>
          <a:p>
            <a:pPr lvl="0" algn="ctr">
              <a:lnSpc>
                <a:spcPct val="141100"/>
              </a:lnSpc>
            </a:pP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및</a:t>
            </a:r>
            <a:r>
              <a:rPr lang="en-US" sz="26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탈퇴하기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73800" y="977900"/>
            <a:ext cx="233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개인정보</a:t>
            </a:r>
            <a:r>
              <a:rPr lang="en-US" sz="20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수정하기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60400" y="977900"/>
            <a:ext cx="233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000" b="0" i="0" u="none" strike="noStrike">
                <a:solidFill>
                  <a:srgbClr val="0A2557"/>
                </a:solidFill>
                <a:ea typeface="S-Core Dream 4 Regular"/>
              </a:rPr>
              <a:t>탈퇴하기</a:t>
            </a:r>
          </a:p>
        </p:txBody>
      </p:sp>
    </p:spTree>
    <p:extLst>
      <p:ext uri="{BB962C8B-B14F-4D97-AF65-F5344CB8AC3E}">
        <p14:creationId xmlns:p14="http://schemas.microsoft.com/office/powerpoint/2010/main" val="4179881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7100" y="1689100"/>
            <a:ext cx="12001500" cy="6705600"/>
          </a:xfrm>
          <a:prstGeom prst="rect">
            <a:avLst/>
          </a:prstGeom>
          <a:effectLst>
            <a:outerShdw blurRad="447521" dist="154693" dir="2700000">
              <a:srgbClr val="000000">
                <a:alpha val="1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7400" y="5283200"/>
            <a:ext cx="17653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마이페이지</a:t>
            </a:r>
            <a:b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</a:b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마이포인트</a:t>
            </a:r>
          </a:p>
        </p:txBody>
      </p:sp>
    </p:spTree>
    <p:extLst>
      <p:ext uri="{BB962C8B-B14F-4D97-AF65-F5344CB8AC3E}">
        <p14:creationId xmlns:p14="http://schemas.microsoft.com/office/powerpoint/2010/main" val="378176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5100" y="1231900"/>
            <a:ext cx="4813300" cy="3632200"/>
          </a:xfrm>
          <a:prstGeom prst="rect">
            <a:avLst/>
          </a:prstGeom>
          <a:effectLst>
            <a:outerShdw blurRad="131273" dist="83782" dir="2700000">
              <a:srgbClr val="000000">
                <a:alpha val="1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5100" y="5384800"/>
            <a:ext cx="4813300" cy="3683000"/>
          </a:xfrm>
          <a:prstGeom prst="rect">
            <a:avLst/>
          </a:prstGeom>
          <a:effectLst>
            <a:outerShdw blurRad="135328" dist="85067" dir="2700000">
              <a:srgbClr val="000000">
                <a:alpha val="1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3300" y="2184400"/>
            <a:ext cx="5969000" cy="6172200"/>
          </a:xfrm>
          <a:prstGeom prst="rect">
            <a:avLst/>
          </a:prstGeom>
          <a:effectLst>
            <a:outerShdw blurRad="355043" dist="137786" dir="2700000">
              <a:srgbClr val="000000">
                <a:alpha val="10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7400" y="5283200"/>
            <a:ext cx="17653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마이페이지</a:t>
            </a:r>
            <a:b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</a:b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포인트</a:t>
            </a:r>
            <a:r>
              <a:rPr lang="en-US" sz="26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충전</a:t>
            </a:r>
          </a:p>
        </p:txBody>
      </p:sp>
    </p:spTree>
    <p:extLst>
      <p:ext uri="{BB962C8B-B14F-4D97-AF65-F5344CB8AC3E}">
        <p14:creationId xmlns:p14="http://schemas.microsoft.com/office/powerpoint/2010/main" val="3809564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0" y="1739900"/>
            <a:ext cx="6959600" cy="709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60300" y="2057400"/>
            <a:ext cx="5168900" cy="651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04600" y="4991100"/>
            <a:ext cx="596900" cy="596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33B9ADD7-DFD6-48EB-8296-AB762E8EDF0C}"/>
              </a:ext>
            </a:extLst>
          </p:cNvPr>
          <p:cNvSpPr txBox="1"/>
          <p:nvPr/>
        </p:nvSpPr>
        <p:spPr>
          <a:xfrm>
            <a:off x="203200" y="5575300"/>
            <a:ext cx="29337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행사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C0DDFF7-2DD8-48E3-93A6-F81278C1F2B8}"/>
              </a:ext>
            </a:extLst>
          </p:cNvPr>
          <p:cNvSpPr/>
          <p:nvPr/>
        </p:nvSpPr>
        <p:spPr>
          <a:xfrm>
            <a:off x="7162800" y="5981700"/>
            <a:ext cx="609600" cy="266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524A4BE-61FD-4AD5-ACBE-852F5BEE6430}"/>
              </a:ext>
            </a:extLst>
          </p:cNvPr>
          <p:cNvCxnSpPr>
            <a:stCxn id="15" idx="2"/>
          </p:cNvCxnSpPr>
          <p:nvPr/>
        </p:nvCxnSpPr>
        <p:spPr>
          <a:xfrm>
            <a:off x="7467600" y="6248400"/>
            <a:ext cx="0" cy="270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BF9B4D-B154-4F33-8806-175093A1DDBB}"/>
              </a:ext>
            </a:extLst>
          </p:cNvPr>
          <p:cNvSpPr txBox="1"/>
          <p:nvPr/>
        </p:nvSpPr>
        <p:spPr>
          <a:xfrm>
            <a:off x="6134100" y="9105900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행사가 존재하는 날짜에 버튼 생성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7CEEBCB-DC81-4647-B1B3-ED40A0446C3D}"/>
              </a:ext>
            </a:extLst>
          </p:cNvPr>
          <p:cNvSpPr/>
          <p:nvPr/>
        </p:nvSpPr>
        <p:spPr>
          <a:xfrm>
            <a:off x="14909800" y="5295900"/>
            <a:ext cx="482599" cy="266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018427C-7D7A-4A98-8063-C3A6BBB9D1CD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5151100" y="5562600"/>
            <a:ext cx="0" cy="140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36ABBA7-9DDE-46B4-8E65-72018C650898}"/>
              </a:ext>
            </a:extLst>
          </p:cNvPr>
          <p:cNvSpPr txBox="1"/>
          <p:nvPr/>
        </p:nvSpPr>
        <p:spPr>
          <a:xfrm>
            <a:off x="12725399" y="8582025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버튼</a:t>
            </a:r>
            <a:r>
              <a:rPr lang="en-US" altLang="ko-KR" dirty="0"/>
              <a:t> </a:t>
            </a:r>
            <a:r>
              <a:rPr lang="ko-KR" altLang="en-US" dirty="0"/>
              <a:t>클릭 시 해당 날짜 페이지로 이동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1974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3100" y="2755900"/>
            <a:ext cx="12484100" cy="4483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14AC85-BB81-4D87-82ED-9F7B83149C87}"/>
              </a:ext>
            </a:extLst>
          </p:cNvPr>
          <p:cNvSpPr txBox="1"/>
          <p:nvPr/>
        </p:nvSpPr>
        <p:spPr>
          <a:xfrm>
            <a:off x="203200" y="5575300"/>
            <a:ext cx="29337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회원 관리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0D2FE5-9827-498F-BF24-D6A9BF0F5005}"/>
              </a:ext>
            </a:extLst>
          </p:cNvPr>
          <p:cNvSpPr/>
          <p:nvPr/>
        </p:nvSpPr>
        <p:spPr>
          <a:xfrm>
            <a:off x="9067800" y="4533900"/>
            <a:ext cx="762000" cy="1917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3AC046-7F5C-41D9-A0F7-57EC753ED7F7}"/>
              </a:ext>
            </a:extLst>
          </p:cNvPr>
          <p:cNvSpPr txBox="1"/>
          <p:nvPr/>
        </p:nvSpPr>
        <p:spPr>
          <a:xfrm>
            <a:off x="12909550" y="2705100"/>
            <a:ext cx="279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검색어 작성 후 클릭 시</a:t>
            </a:r>
            <a:endParaRPr lang="en-US" altLang="ko-KR" dirty="0"/>
          </a:p>
          <a:p>
            <a:r>
              <a:rPr lang="ko-KR" altLang="en-US" dirty="0"/>
              <a:t>검색 결과 리스트 반환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B9A403F-0181-4CE5-A464-89684BB081C6}"/>
              </a:ext>
            </a:extLst>
          </p:cNvPr>
          <p:cNvCxnSpPr>
            <a:cxnSpLocks/>
          </p:cNvCxnSpPr>
          <p:nvPr/>
        </p:nvCxnSpPr>
        <p:spPr>
          <a:xfrm>
            <a:off x="9448800" y="6451600"/>
            <a:ext cx="0" cy="78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4A17524-565B-4CE0-AAF8-5F2EE68CCBE5}"/>
              </a:ext>
            </a:extLst>
          </p:cNvPr>
          <p:cNvSpPr/>
          <p:nvPr/>
        </p:nvSpPr>
        <p:spPr>
          <a:xfrm>
            <a:off x="16383000" y="3695700"/>
            <a:ext cx="533400" cy="381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D216D61-4836-49A8-BBF0-9194A3CF2415}"/>
              </a:ext>
            </a:extLst>
          </p:cNvPr>
          <p:cNvCxnSpPr>
            <a:stCxn id="21" idx="0"/>
          </p:cNvCxnSpPr>
          <p:nvPr/>
        </p:nvCxnSpPr>
        <p:spPr>
          <a:xfrm rot="16200000" flipV="1">
            <a:off x="15678150" y="2724150"/>
            <a:ext cx="762000" cy="11811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205820B-F293-4830-AF58-2BFBC59B7D2F}"/>
              </a:ext>
            </a:extLst>
          </p:cNvPr>
          <p:cNvSpPr txBox="1"/>
          <p:nvPr/>
        </p:nvSpPr>
        <p:spPr>
          <a:xfrm>
            <a:off x="8305800" y="7461934"/>
            <a:ext cx="279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관리 상세 페이지로 이동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215490-891C-4079-AD7F-D8E620BBE37C}"/>
              </a:ext>
            </a:extLst>
          </p:cNvPr>
          <p:cNvSpPr/>
          <p:nvPr/>
        </p:nvSpPr>
        <p:spPr>
          <a:xfrm>
            <a:off x="11353800" y="6591301"/>
            <a:ext cx="1447800" cy="355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8E180CF-34E8-44A1-8C05-06CA806E576A}"/>
              </a:ext>
            </a:extLst>
          </p:cNvPr>
          <p:cNvSpPr/>
          <p:nvPr/>
        </p:nvSpPr>
        <p:spPr>
          <a:xfrm>
            <a:off x="12839699" y="6591301"/>
            <a:ext cx="279400" cy="355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68FEBC1-89A7-47C9-8CE3-F73BAC7379F7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 flipH="1">
            <a:off x="12042774" y="6946901"/>
            <a:ext cx="34926" cy="1199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656124-D738-4236-832F-AB4F5057E3B1}"/>
              </a:ext>
            </a:extLst>
          </p:cNvPr>
          <p:cNvSpPr txBox="1"/>
          <p:nvPr/>
        </p:nvSpPr>
        <p:spPr>
          <a:xfrm>
            <a:off x="10966449" y="8146533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페이지로 이동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B3372A-2351-432B-A580-934AA4345C17}"/>
              </a:ext>
            </a:extLst>
          </p:cNvPr>
          <p:cNvSpPr txBox="1"/>
          <p:nvPr/>
        </p:nvSpPr>
        <p:spPr>
          <a:xfrm>
            <a:off x="13620748" y="6600826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다음 페이지로 이동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73763BF-AA89-4D11-995F-E1B8D4317F0A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>
            <a:off x="13119099" y="6769101"/>
            <a:ext cx="501649" cy="16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923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7300" y="876300"/>
            <a:ext cx="5626100" cy="819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6600" y="825500"/>
            <a:ext cx="4470400" cy="7975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300" y="5270500"/>
            <a:ext cx="18542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회원</a:t>
            </a:r>
            <a:r>
              <a:rPr lang="en-US" sz="26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상세</a:t>
            </a:r>
          </a:p>
          <a:p>
            <a:pPr lvl="0" algn="ctr">
              <a:lnSpc>
                <a:spcPct val="141100"/>
              </a:lnSpc>
            </a:pP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및</a:t>
            </a:r>
            <a:r>
              <a:rPr lang="en-US" sz="26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>
                <a:solidFill>
                  <a:srgbClr val="0A2557"/>
                </a:solidFill>
                <a:ea typeface="S-Core Dream 4 Regular"/>
              </a:rPr>
              <a:t>수정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D508834-0583-449D-824D-7B9E8696E2EE}"/>
              </a:ext>
            </a:extLst>
          </p:cNvPr>
          <p:cNvSpPr/>
          <p:nvPr/>
        </p:nvSpPr>
        <p:spPr>
          <a:xfrm flipV="1">
            <a:off x="7086600" y="8204200"/>
            <a:ext cx="1524000" cy="520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2F7272-CAC2-4DAA-859B-1CCF64B3B71B}"/>
              </a:ext>
            </a:extLst>
          </p:cNvPr>
          <p:cNvSpPr txBox="1"/>
          <p:nvPr/>
        </p:nvSpPr>
        <p:spPr>
          <a:xfrm>
            <a:off x="7239000" y="8916085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수정 페이지로 이동</a:t>
            </a:r>
          </a:p>
        </p:txBody>
      </p:sp>
      <p:pic>
        <p:nvPicPr>
          <p:cNvPr id="17" name="Picture 10">
            <a:extLst>
              <a:ext uri="{FF2B5EF4-FFF2-40B4-BE49-F238E27FC236}">
                <a16:creationId xmlns:a16="http://schemas.microsoft.com/office/drawing/2014/main" id="{55D4E1ED-C45E-4D77-BAA9-8146860FDB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1550" y="4083050"/>
            <a:ext cx="596900" cy="596900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B28768B-7C71-40AA-A634-5E8C2715BB59}"/>
              </a:ext>
            </a:extLst>
          </p:cNvPr>
          <p:cNvSpPr/>
          <p:nvPr/>
        </p:nvSpPr>
        <p:spPr>
          <a:xfrm flipV="1">
            <a:off x="13385800" y="8280400"/>
            <a:ext cx="2006600" cy="520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639644-6603-4B90-A8EB-DD611D4F68CD}"/>
              </a:ext>
            </a:extLst>
          </p:cNvPr>
          <p:cNvSpPr txBox="1"/>
          <p:nvPr/>
        </p:nvSpPr>
        <p:spPr>
          <a:xfrm>
            <a:off x="13385800" y="8916085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저장 후 메인 페이지 이동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1D57E6-D37A-4A65-A1B6-5D60D912BCC6}"/>
              </a:ext>
            </a:extLst>
          </p:cNvPr>
          <p:cNvSpPr/>
          <p:nvPr/>
        </p:nvSpPr>
        <p:spPr>
          <a:xfrm flipV="1">
            <a:off x="13385800" y="6400800"/>
            <a:ext cx="1524000" cy="520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8CB480-6269-4F61-82E1-B6DF8B572095}"/>
              </a:ext>
            </a:extLst>
          </p:cNvPr>
          <p:cNvSpPr txBox="1"/>
          <p:nvPr/>
        </p:nvSpPr>
        <p:spPr>
          <a:xfrm>
            <a:off x="15316200" y="647648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관리자 권한 주기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798BA8B-248D-4D46-A322-FD6FF29F4594}"/>
              </a:ext>
            </a:extLst>
          </p:cNvPr>
          <p:cNvSpPr/>
          <p:nvPr/>
        </p:nvSpPr>
        <p:spPr>
          <a:xfrm flipV="1">
            <a:off x="13385800" y="6921500"/>
            <a:ext cx="2794000" cy="889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5B1FBA-0589-4DB9-B515-229D830E8CF1}"/>
              </a:ext>
            </a:extLst>
          </p:cNvPr>
          <p:cNvSpPr txBox="1"/>
          <p:nvPr/>
        </p:nvSpPr>
        <p:spPr>
          <a:xfrm>
            <a:off x="16306800" y="7181334"/>
            <a:ext cx="139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비고란 작성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1357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3700" y="2984500"/>
            <a:ext cx="13474700" cy="4305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45EF76D8-7B84-4762-85A2-1AD6A4B7DF91}"/>
              </a:ext>
            </a:extLst>
          </p:cNvPr>
          <p:cNvSpPr txBox="1"/>
          <p:nvPr/>
        </p:nvSpPr>
        <p:spPr>
          <a:xfrm>
            <a:off x="203200" y="5575300"/>
            <a:ext cx="29337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행사</a:t>
            </a: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 관리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EFACFEB-D635-4F60-A54B-08B1503F3639}"/>
              </a:ext>
            </a:extLst>
          </p:cNvPr>
          <p:cNvSpPr/>
          <p:nvPr/>
        </p:nvSpPr>
        <p:spPr>
          <a:xfrm flipV="1">
            <a:off x="8991600" y="4838700"/>
            <a:ext cx="1676400" cy="311150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76FA3E-503A-488F-A175-FF57DF44FC97}"/>
              </a:ext>
            </a:extLst>
          </p:cNvPr>
          <p:cNvSpPr txBox="1"/>
          <p:nvPr/>
        </p:nvSpPr>
        <p:spPr>
          <a:xfrm>
            <a:off x="8534400" y="5536168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행사 상세 페이지로 이동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9784C26-F23C-48A7-B58A-EF1BA3C99982}"/>
              </a:ext>
            </a:extLst>
          </p:cNvPr>
          <p:cNvCxnSpPr>
            <a:stCxn id="12" idx="0"/>
          </p:cNvCxnSpPr>
          <p:nvPr/>
        </p:nvCxnSpPr>
        <p:spPr>
          <a:xfrm>
            <a:off x="9829800" y="5149850"/>
            <a:ext cx="0" cy="330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687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700" y="876300"/>
            <a:ext cx="6502400" cy="8022679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5410200"/>
            <a:ext cx="20701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행사</a:t>
            </a:r>
            <a:r>
              <a:rPr lang="en-US" sz="26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등록</a:t>
            </a:r>
          </a:p>
          <a:p>
            <a:pPr lvl="0" algn="ctr">
              <a:lnSpc>
                <a:spcPct val="141100"/>
              </a:lnSpc>
            </a:pP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및</a:t>
            </a:r>
            <a:r>
              <a:rPr lang="en-US" sz="26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상세</a:t>
            </a:r>
            <a:r>
              <a:rPr lang="en-US" sz="2600" b="0" i="0" u="none" strike="noStrike" dirty="0">
                <a:solidFill>
                  <a:srgbClr val="0A2557"/>
                </a:solidFill>
                <a:latin typeface="S-Core Dream 4 Regular"/>
              </a:rPr>
              <a:t>, </a:t>
            </a: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870720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8399" y="1332842"/>
            <a:ext cx="5246669" cy="6414158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7600" y="1104900"/>
            <a:ext cx="4810618" cy="7061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5410200"/>
            <a:ext cx="20701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행사</a:t>
            </a:r>
            <a:r>
              <a:rPr lang="en-US" sz="26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등록</a:t>
            </a:r>
          </a:p>
          <a:p>
            <a:pPr lvl="0" algn="ctr">
              <a:lnSpc>
                <a:spcPct val="141100"/>
              </a:lnSpc>
            </a:pP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및</a:t>
            </a:r>
            <a:r>
              <a:rPr lang="en-US" sz="26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상세</a:t>
            </a:r>
            <a:r>
              <a:rPr lang="en-US" sz="2600" b="0" i="0" u="none" strike="noStrike" dirty="0">
                <a:solidFill>
                  <a:srgbClr val="0A2557"/>
                </a:solidFill>
                <a:latin typeface="S-Core Dream 4 Regular"/>
              </a:rPr>
              <a:t>, </a:t>
            </a:r>
            <a:r>
              <a:rPr lang="ko-KR" sz="2600" b="0" i="0" u="none" strike="noStrike" dirty="0">
                <a:solidFill>
                  <a:srgbClr val="0A2557"/>
                </a:solidFill>
                <a:ea typeface="S-Core Dream 4 Regular"/>
              </a:rPr>
              <a:t>수정</a:t>
            </a: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FA771AB0-3E31-467A-B8FF-1D8945AA9EF7}"/>
              </a:ext>
            </a:extLst>
          </p:cNvPr>
          <p:cNvCxnSpPr>
            <a:cxnSpLocks/>
            <a:stCxn id="8" idx="2"/>
            <a:endCxn id="9" idx="2"/>
          </p:cNvCxnSpPr>
          <p:nvPr/>
        </p:nvCxnSpPr>
        <p:spPr>
          <a:xfrm rot="16200000" flipH="1">
            <a:off x="9797771" y="4280962"/>
            <a:ext cx="419100" cy="7351175"/>
          </a:xfrm>
          <a:prstGeom prst="curvedConnector3">
            <a:avLst>
              <a:gd name="adj1" fmla="val 154545"/>
            </a:avLst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79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5376C524-0DB5-4BB3-9A4D-D490F406292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400" b="15600"/>
          <a:stretch/>
        </p:blipFill>
        <p:spPr>
          <a:xfrm>
            <a:off x="4152153" y="800100"/>
            <a:ext cx="13541163" cy="8839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421DE5A-78A1-459E-8133-A0E677B70A96}"/>
              </a:ext>
            </a:extLst>
          </p:cNvPr>
          <p:cNvSpPr txBox="1"/>
          <p:nvPr/>
        </p:nvSpPr>
        <p:spPr>
          <a:xfrm>
            <a:off x="13650480" y="3033236"/>
            <a:ext cx="2518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/>
              <a:t>검색창</a:t>
            </a:r>
            <a:r>
              <a:rPr lang="en-US" altLang="ko-KR" b="1" dirty="0"/>
              <a:t>(</a:t>
            </a:r>
            <a:r>
              <a:rPr lang="ko-KR" altLang="en-US" b="1" dirty="0"/>
              <a:t>이름</a:t>
            </a:r>
            <a:r>
              <a:rPr lang="en-US" altLang="ko-KR" b="1" dirty="0"/>
              <a:t>,</a:t>
            </a:r>
            <a:r>
              <a:rPr lang="ko-KR" altLang="en-US" b="1" dirty="0"/>
              <a:t>태그 검색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B8D3D87-E702-413A-8431-3DC3B916921A}"/>
              </a:ext>
            </a:extLst>
          </p:cNvPr>
          <p:cNvSpPr/>
          <p:nvPr/>
        </p:nvSpPr>
        <p:spPr>
          <a:xfrm>
            <a:off x="13780565" y="3402568"/>
            <a:ext cx="31358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DB2604-FBF6-4D1D-8367-E7F6B51D6497}"/>
              </a:ext>
            </a:extLst>
          </p:cNvPr>
          <p:cNvSpPr txBox="1"/>
          <p:nvPr/>
        </p:nvSpPr>
        <p:spPr>
          <a:xfrm>
            <a:off x="5876969" y="440483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제품 정보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D5A8C91-8F2C-44FD-B90F-78A189E88D23}"/>
              </a:ext>
            </a:extLst>
          </p:cNvPr>
          <p:cNvSpPr/>
          <p:nvPr/>
        </p:nvSpPr>
        <p:spPr>
          <a:xfrm>
            <a:off x="5334000" y="4774168"/>
            <a:ext cx="2139418" cy="3798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920EDE-740D-4F02-BA0F-DB766B835CD3}"/>
              </a:ext>
            </a:extLst>
          </p:cNvPr>
          <p:cNvSpPr txBox="1"/>
          <p:nvPr/>
        </p:nvSpPr>
        <p:spPr>
          <a:xfrm>
            <a:off x="10021789" y="813340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/>
              <a:t>페이지네이션</a:t>
            </a:r>
            <a:endParaRPr lang="ko-KR" altLang="en-US" b="1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F91FC48-8AF1-4444-A981-04877CC2A498}"/>
              </a:ext>
            </a:extLst>
          </p:cNvPr>
          <p:cNvSpPr/>
          <p:nvPr/>
        </p:nvSpPr>
        <p:spPr>
          <a:xfrm>
            <a:off x="10226172" y="8507968"/>
            <a:ext cx="11608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6E007DAA-292B-49D7-B3C2-300E77CC59E0}"/>
              </a:ext>
            </a:extLst>
          </p:cNvPr>
          <p:cNvSpPr txBox="1"/>
          <p:nvPr/>
        </p:nvSpPr>
        <p:spPr>
          <a:xfrm>
            <a:off x="635000" y="5410200"/>
            <a:ext cx="20701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구매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제품 목록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715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C235CA9-EAF7-473C-AA1C-AD98AA25A2A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1600" b="14800"/>
          <a:stretch/>
        </p:blipFill>
        <p:spPr>
          <a:xfrm>
            <a:off x="5414617" y="1638300"/>
            <a:ext cx="10506075" cy="7010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4888A0-7DA8-4783-9216-98457F744763}"/>
              </a:ext>
            </a:extLst>
          </p:cNvPr>
          <p:cNvSpPr txBox="1"/>
          <p:nvPr/>
        </p:nvSpPr>
        <p:spPr>
          <a:xfrm>
            <a:off x="6438900" y="36449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제품 이미지</a:t>
            </a:r>
            <a:endParaRPr lang="ko-KR" altLang="en-US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A7F4B6-EEBF-48FD-ABF5-9156D741F87B}"/>
              </a:ext>
            </a:extLst>
          </p:cNvPr>
          <p:cNvSpPr/>
          <p:nvPr/>
        </p:nvSpPr>
        <p:spPr>
          <a:xfrm>
            <a:off x="6324600" y="4052992"/>
            <a:ext cx="1752600" cy="15223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80D0B-78F9-4347-9403-1283C0604A4A}"/>
              </a:ext>
            </a:extLst>
          </p:cNvPr>
          <p:cNvSpPr txBox="1"/>
          <p:nvPr/>
        </p:nvSpPr>
        <p:spPr>
          <a:xfrm>
            <a:off x="10932146" y="42418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태그 영역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1AD5DE-35D6-4DB9-A874-F43AF9C7FE5F}"/>
              </a:ext>
            </a:extLst>
          </p:cNvPr>
          <p:cNvSpPr/>
          <p:nvPr/>
        </p:nvSpPr>
        <p:spPr>
          <a:xfrm>
            <a:off x="8912640" y="4014232"/>
            <a:ext cx="1602960" cy="82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CE335E-8F8E-4C08-9500-C75D2A9F9269}"/>
              </a:ext>
            </a:extLst>
          </p:cNvPr>
          <p:cNvSpPr txBox="1"/>
          <p:nvPr/>
        </p:nvSpPr>
        <p:spPr>
          <a:xfrm>
            <a:off x="8952120" y="4873367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구매 정보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236F38-1B30-4C5E-BCE1-65DB21165C60}"/>
              </a:ext>
            </a:extLst>
          </p:cNvPr>
          <p:cNvSpPr/>
          <p:nvPr/>
        </p:nvSpPr>
        <p:spPr>
          <a:xfrm>
            <a:off x="11125200" y="4198898"/>
            <a:ext cx="3428999" cy="20876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620055-DD18-4879-B460-35C4C2A108A6}"/>
              </a:ext>
            </a:extLst>
          </p:cNvPr>
          <p:cNvSpPr txBox="1"/>
          <p:nvPr/>
        </p:nvSpPr>
        <p:spPr>
          <a:xfrm>
            <a:off x="9829800" y="306309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제품명</a:t>
            </a:r>
            <a:endParaRPr lang="ko-KR" altLang="en-US" b="1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CFC0C2-FB24-4569-8FD9-A47E8C93D052}"/>
              </a:ext>
            </a:extLst>
          </p:cNvPr>
          <p:cNvSpPr/>
          <p:nvPr/>
        </p:nvSpPr>
        <p:spPr>
          <a:xfrm>
            <a:off x="10058400" y="3467099"/>
            <a:ext cx="1066801" cy="512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369D33-5902-4592-9C42-2A9CB6204E2A}"/>
              </a:ext>
            </a:extLst>
          </p:cNvPr>
          <p:cNvSpPr txBox="1"/>
          <p:nvPr/>
        </p:nvSpPr>
        <p:spPr>
          <a:xfrm>
            <a:off x="5967344" y="60325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소개 텍스트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FBF608-12BB-4E8C-B8B7-7BEBED13000C}"/>
              </a:ext>
            </a:extLst>
          </p:cNvPr>
          <p:cNvSpPr/>
          <p:nvPr/>
        </p:nvSpPr>
        <p:spPr>
          <a:xfrm>
            <a:off x="6096000" y="6428923"/>
            <a:ext cx="8991600" cy="1716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AC695EFD-5A69-46E4-9E7C-E80912DFDECC}"/>
              </a:ext>
            </a:extLst>
          </p:cNvPr>
          <p:cNvSpPr txBox="1"/>
          <p:nvPr/>
        </p:nvSpPr>
        <p:spPr>
          <a:xfrm>
            <a:off x="533400" y="5410200"/>
            <a:ext cx="2284344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구매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제품 상세 정보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08879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F0839E3-B821-441D-9BDF-20A5E87C95C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159" b="21574"/>
          <a:stretch/>
        </p:blipFill>
        <p:spPr>
          <a:xfrm>
            <a:off x="4019826" y="748748"/>
            <a:ext cx="13676920" cy="82169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DC6A34-59C9-4ACB-8445-F5557942AA61}"/>
              </a:ext>
            </a:extLst>
          </p:cNvPr>
          <p:cNvSpPr/>
          <p:nvPr/>
        </p:nvSpPr>
        <p:spPr>
          <a:xfrm>
            <a:off x="8077200" y="4610100"/>
            <a:ext cx="7620000" cy="6720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033DB4-F80E-4F30-95E6-BAB88EEC4B81}"/>
              </a:ext>
            </a:extLst>
          </p:cNvPr>
          <p:cNvSpPr txBox="1"/>
          <p:nvPr/>
        </p:nvSpPr>
        <p:spPr>
          <a:xfrm>
            <a:off x="8686800" y="4240768"/>
            <a:ext cx="123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담은 제품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A983C1-F2AD-4FFD-8D89-BBDE38A87CB5}"/>
              </a:ext>
            </a:extLst>
          </p:cNvPr>
          <p:cNvSpPr/>
          <p:nvPr/>
        </p:nvSpPr>
        <p:spPr>
          <a:xfrm>
            <a:off x="8070574" y="6667500"/>
            <a:ext cx="997226" cy="443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68DC9-D0A6-4751-93A4-78C7E56B1CEC}"/>
              </a:ext>
            </a:extLst>
          </p:cNvPr>
          <p:cNvSpPr/>
          <p:nvPr/>
        </p:nvSpPr>
        <p:spPr>
          <a:xfrm>
            <a:off x="13500652" y="6661150"/>
            <a:ext cx="1422400" cy="443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5A28304C-BC61-4BD0-B06B-EE50AAF6C41C}"/>
              </a:ext>
            </a:extLst>
          </p:cNvPr>
          <p:cNvSpPr txBox="1"/>
          <p:nvPr/>
        </p:nvSpPr>
        <p:spPr>
          <a:xfrm>
            <a:off x="635000" y="5410200"/>
            <a:ext cx="20701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장바구니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76528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 dirty="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 dirty="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60C5FB74-5562-453A-B6ED-EBD96C2C7CE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3734" b="34267"/>
          <a:stretch/>
        </p:blipFill>
        <p:spPr>
          <a:xfrm>
            <a:off x="4013200" y="1853648"/>
            <a:ext cx="13848810" cy="652890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1E5D4C-5A61-4B08-AA51-AE8BF2F0A811}"/>
              </a:ext>
            </a:extLst>
          </p:cNvPr>
          <p:cNvSpPr/>
          <p:nvPr/>
        </p:nvSpPr>
        <p:spPr>
          <a:xfrm>
            <a:off x="14909800" y="3771900"/>
            <a:ext cx="17018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4C9B86-BA6B-4FE6-AA61-C7A58C1A87B4}"/>
              </a:ext>
            </a:extLst>
          </p:cNvPr>
          <p:cNvSpPr txBox="1"/>
          <p:nvPr/>
        </p:nvSpPr>
        <p:spPr>
          <a:xfrm>
            <a:off x="14909800" y="3379377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필터</a:t>
            </a:r>
            <a:r>
              <a:rPr lang="en-US" altLang="ko-KR" b="1" dirty="0"/>
              <a:t>(</a:t>
            </a:r>
            <a:r>
              <a:rPr lang="ko-KR" altLang="en-US" b="1" dirty="0"/>
              <a:t>처리현황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8C846BC7-A556-40E9-A53A-ADC662A71331}"/>
              </a:ext>
            </a:extLst>
          </p:cNvPr>
          <p:cNvSpPr txBox="1"/>
          <p:nvPr/>
        </p:nvSpPr>
        <p:spPr>
          <a:xfrm>
            <a:off x="215900" y="5207000"/>
            <a:ext cx="29337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주문 관리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관리 목록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88311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B787F2F0-0962-41A7-8E61-FEA6C2EAC3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00" b="4000"/>
          <a:stretch/>
        </p:blipFill>
        <p:spPr>
          <a:xfrm>
            <a:off x="5105400" y="1574800"/>
            <a:ext cx="10506075" cy="80010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1E5D4C-5A61-4B08-AA51-AE8BF2F0A811}"/>
              </a:ext>
            </a:extLst>
          </p:cNvPr>
          <p:cNvSpPr/>
          <p:nvPr/>
        </p:nvSpPr>
        <p:spPr>
          <a:xfrm>
            <a:off x="11963400" y="6819900"/>
            <a:ext cx="838200" cy="1066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4C9B86-BA6B-4FE6-AA61-C7A58C1A87B4}"/>
              </a:ext>
            </a:extLst>
          </p:cNvPr>
          <p:cNvSpPr txBox="1"/>
          <p:nvPr/>
        </p:nvSpPr>
        <p:spPr>
          <a:xfrm>
            <a:off x="10236200" y="6819900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처리현황 변경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83CC22CC-0761-44DC-92C9-B4867B220977}"/>
              </a:ext>
            </a:extLst>
          </p:cNvPr>
          <p:cNvSpPr txBox="1"/>
          <p:nvPr/>
        </p:nvSpPr>
        <p:spPr>
          <a:xfrm>
            <a:off x="215900" y="5207000"/>
            <a:ext cx="29337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주문 관리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상세 정보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75616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0E34812D-1CBB-4121-BA01-5188FD72C76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382" b="26018"/>
          <a:stretch/>
        </p:blipFill>
        <p:spPr>
          <a:xfrm>
            <a:off x="3934791" y="1339850"/>
            <a:ext cx="13621511" cy="76073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F830BC-269A-4DA5-BA01-403AB490001A}"/>
              </a:ext>
            </a:extLst>
          </p:cNvPr>
          <p:cNvSpPr/>
          <p:nvPr/>
        </p:nvSpPr>
        <p:spPr>
          <a:xfrm>
            <a:off x="9144000" y="3771900"/>
            <a:ext cx="99060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1BA917-B0BE-46F9-ABFE-61CEC0D96B12}"/>
              </a:ext>
            </a:extLst>
          </p:cNvPr>
          <p:cNvSpPr txBox="1"/>
          <p:nvPr/>
        </p:nvSpPr>
        <p:spPr>
          <a:xfrm>
            <a:off x="8077200" y="3275568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버튼</a:t>
            </a:r>
            <a:r>
              <a:rPr lang="en-US" altLang="ko-KR" b="1" dirty="0"/>
              <a:t>(</a:t>
            </a:r>
            <a:r>
              <a:rPr lang="ko-KR" altLang="en-US" b="1" dirty="0"/>
              <a:t>신규등록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9AA3B2-F8D2-4E6A-B2F5-2665D4BFD0CD}"/>
              </a:ext>
            </a:extLst>
          </p:cNvPr>
          <p:cNvSpPr/>
          <p:nvPr/>
        </p:nvSpPr>
        <p:spPr>
          <a:xfrm>
            <a:off x="13106400" y="3771900"/>
            <a:ext cx="259080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9943C1-6A85-4EC5-B556-BF8461F7DCAE}"/>
              </a:ext>
            </a:extLst>
          </p:cNvPr>
          <p:cNvSpPr txBox="1"/>
          <p:nvPr/>
        </p:nvSpPr>
        <p:spPr>
          <a:xfrm>
            <a:off x="14058900" y="3275568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검색</a:t>
            </a:r>
            <a:r>
              <a:rPr lang="en-US" altLang="ko-KR" b="1" dirty="0"/>
              <a:t>(</a:t>
            </a:r>
            <a:r>
              <a:rPr lang="ko-KR" altLang="en-US" b="1" dirty="0"/>
              <a:t>이름</a:t>
            </a:r>
            <a:r>
              <a:rPr lang="en-US" altLang="ko-KR" b="1" dirty="0"/>
              <a:t>,</a:t>
            </a:r>
            <a:r>
              <a:rPr lang="ko-KR" altLang="en-US" b="1" dirty="0"/>
              <a:t>태그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2D055E8A-AA9E-4E55-B6E9-1AF9CBB95826}"/>
              </a:ext>
            </a:extLst>
          </p:cNvPr>
          <p:cNvSpPr txBox="1"/>
          <p:nvPr/>
        </p:nvSpPr>
        <p:spPr>
          <a:xfrm>
            <a:off x="215900" y="5207000"/>
            <a:ext cx="29337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제품</a:t>
            </a: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 관리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관리 목록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977826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 dirty="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 dirty="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BA119B57-9146-4AE8-AE84-0A1A9352528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7879" t="24400" r="22439" b="16400"/>
          <a:stretch/>
        </p:blipFill>
        <p:spPr>
          <a:xfrm>
            <a:off x="7162800" y="1035602"/>
            <a:ext cx="7438887" cy="8036168"/>
          </a:xfrm>
          <a:prstGeom prst="rect">
            <a:avLst/>
          </a:prstGeom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29E36E66-40AF-453F-84ED-86395BB4F41A}"/>
              </a:ext>
            </a:extLst>
          </p:cNvPr>
          <p:cNvSpPr txBox="1"/>
          <p:nvPr/>
        </p:nvSpPr>
        <p:spPr>
          <a:xfrm>
            <a:off x="215900" y="5207000"/>
            <a:ext cx="29337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제품</a:t>
            </a: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 관리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제품 신규 등록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232282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A1544AB1-8745-442C-90D3-F6BA9305AAD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8286" t="25930" r="17679" b="19803"/>
          <a:stretch/>
        </p:blipFill>
        <p:spPr>
          <a:xfrm>
            <a:off x="7086600" y="1308100"/>
            <a:ext cx="8368896" cy="7620000"/>
          </a:xfrm>
          <a:prstGeom prst="rect">
            <a:avLst/>
          </a:prstGeom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BC7328E4-BA01-4718-AEE8-CA44E59AB9CD}"/>
              </a:ext>
            </a:extLst>
          </p:cNvPr>
          <p:cNvSpPr txBox="1"/>
          <p:nvPr/>
        </p:nvSpPr>
        <p:spPr>
          <a:xfrm>
            <a:off x="215900" y="5207000"/>
            <a:ext cx="29337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제품</a:t>
            </a: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 관리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제품 정보 수정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55095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14812C6-15D0-4B48-88E7-7D96D467A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20650"/>
            <a:ext cx="14736417" cy="86487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635F3A2B-04C8-4427-A066-EBBAC1FFBC6F}"/>
              </a:ext>
            </a:extLst>
          </p:cNvPr>
          <p:cNvSpPr txBox="1"/>
          <p:nvPr/>
        </p:nvSpPr>
        <p:spPr>
          <a:xfrm>
            <a:off x="635000" y="5410200"/>
            <a:ext cx="20701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다과 소개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102CB42-0F06-463E-A0A7-BE5C81922730}"/>
              </a:ext>
            </a:extLst>
          </p:cNvPr>
          <p:cNvSpPr/>
          <p:nvPr/>
        </p:nvSpPr>
        <p:spPr>
          <a:xfrm>
            <a:off x="6667522" y="3279913"/>
            <a:ext cx="876300" cy="342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FFB3038C-6CB3-448A-8E4D-FA19AE1235EF}"/>
              </a:ext>
            </a:extLst>
          </p:cNvPr>
          <p:cNvCxnSpPr>
            <a:cxnSpLocks/>
          </p:cNvCxnSpPr>
          <p:nvPr/>
        </p:nvCxnSpPr>
        <p:spPr>
          <a:xfrm>
            <a:off x="7543822" y="3400771"/>
            <a:ext cx="887611" cy="488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3E2595C-44CE-49DD-914B-B4F704F8D6A2}"/>
              </a:ext>
            </a:extLst>
          </p:cNvPr>
          <p:cNvSpPr txBox="1"/>
          <p:nvPr/>
        </p:nvSpPr>
        <p:spPr>
          <a:xfrm>
            <a:off x="8351920" y="3754968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다과 상세 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1729989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6C21B9D-F22A-4CA9-A466-E7D094F7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922" y="2670844"/>
            <a:ext cx="14574078" cy="4072856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635F3A2B-04C8-4427-A066-EBBAC1FFBC6F}"/>
              </a:ext>
            </a:extLst>
          </p:cNvPr>
          <p:cNvSpPr txBox="1"/>
          <p:nvPr/>
        </p:nvSpPr>
        <p:spPr>
          <a:xfrm>
            <a:off x="635000" y="5410200"/>
            <a:ext cx="20701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다과 소개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102CB42-0F06-463E-A0A7-BE5C81922730}"/>
              </a:ext>
            </a:extLst>
          </p:cNvPr>
          <p:cNvSpPr/>
          <p:nvPr/>
        </p:nvSpPr>
        <p:spPr>
          <a:xfrm>
            <a:off x="10522778" y="5705519"/>
            <a:ext cx="876300" cy="3429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E2595C-44CE-49DD-914B-B4F704F8D6A2}"/>
              </a:ext>
            </a:extLst>
          </p:cNvPr>
          <p:cNvSpPr txBox="1"/>
          <p:nvPr/>
        </p:nvSpPr>
        <p:spPr>
          <a:xfrm>
            <a:off x="11734800" y="6296788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다과 목록 페이지로 이동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87F4D72-75F1-414A-9E81-3D6AE878399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921012" y="5576457"/>
            <a:ext cx="387350" cy="9883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976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0291F4E7-E60B-48A0-AE80-7282342DFE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0" y="1085850"/>
            <a:ext cx="13792784" cy="6820528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A3A720-F612-4708-A4BE-8676D61F4589}"/>
              </a:ext>
            </a:extLst>
          </p:cNvPr>
          <p:cNvSpPr/>
          <p:nvPr/>
        </p:nvSpPr>
        <p:spPr>
          <a:xfrm>
            <a:off x="7391400" y="3695700"/>
            <a:ext cx="6553200" cy="355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158DC650-C8BB-4B6D-AE4A-87A89D2A9F05}"/>
              </a:ext>
            </a:extLst>
          </p:cNvPr>
          <p:cNvCxnSpPr>
            <a:stCxn id="36" idx="3"/>
          </p:cNvCxnSpPr>
          <p:nvPr/>
        </p:nvCxnSpPr>
        <p:spPr>
          <a:xfrm>
            <a:off x="13944600" y="3873500"/>
            <a:ext cx="838200" cy="4318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403663A-96C0-40B7-9B94-F2547D97101D}"/>
              </a:ext>
            </a:extLst>
          </p:cNvPr>
          <p:cNvSpPr txBox="1"/>
          <p:nvPr/>
        </p:nvSpPr>
        <p:spPr>
          <a:xfrm>
            <a:off x="14782800" y="4098925"/>
            <a:ext cx="185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게시글 페이지로 이동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B2CE2B7-5502-46F4-82C7-8542EB3B4E46}"/>
              </a:ext>
            </a:extLst>
          </p:cNvPr>
          <p:cNvSpPr/>
          <p:nvPr/>
        </p:nvSpPr>
        <p:spPr>
          <a:xfrm>
            <a:off x="9829800" y="6845300"/>
            <a:ext cx="1295400" cy="355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A149D18-2039-4A9E-B2E2-A5115D93D217}"/>
              </a:ext>
            </a:extLst>
          </p:cNvPr>
          <p:cNvSpPr/>
          <p:nvPr/>
        </p:nvSpPr>
        <p:spPr>
          <a:xfrm>
            <a:off x="11125200" y="6845300"/>
            <a:ext cx="279400" cy="355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E5BC7B7-3E3D-40DD-8624-22F675692F23}"/>
              </a:ext>
            </a:extLst>
          </p:cNvPr>
          <p:cNvSpPr/>
          <p:nvPr/>
        </p:nvSpPr>
        <p:spPr>
          <a:xfrm>
            <a:off x="13335000" y="3009900"/>
            <a:ext cx="609600" cy="266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DDB6B30-8781-46B0-9E79-1EF76BCFF75E}"/>
              </a:ext>
            </a:extLst>
          </p:cNvPr>
          <p:cNvSpPr/>
          <p:nvPr/>
        </p:nvSpPr>
        <p:spPr>
          <a:xfrm>
            <a:off x="7419975" y="3009900"/>
            <a:ext cx="609600" cy="266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AF14BC3-A2F0-4392-BC05-5B8900CD4A12}"/>
              </a:ext>
            </a:extLst>
          </p:cNvPr>
          <p:cNvCxnSpPr>
            <a:stCxn id="43" idx="3"/>
          </p:cNvCxnSpPr>
          <p:nvPr/>
        </p:nvCxnSpPr>
        <p:spPr>
          <a:xfrm>
            <a:off x="13944600" y="314325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A5894D7-FC4E-4521-850D-CF514F464825}"/>
              </a:ext>
            </a:extLst>
          </p:cNvPr>
          <p:cNvSpPr txBox="1"/>
          <p:nvPr/>
        </p:nvSpPr>
        <p:spPr>
          <a:xfrm>
            <a:off x="14837358" y="2953434"/>
            <a:ext cx="2307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검색창</a:t>
            </a:r>
            <a:r>
              <a:rPr lang="ko-KR" altLang="en-US" dirty="0"/>
              <a:t> 작성 후 클릭</a:t>
            </a:r>
            <a:r>
              <a:rPr lang="en-US" altLang="ko-KR" dirty="0"/>
              <a:t>(</a:t>
            </a:r>
            <a:r>
              <a:rPr lang="ko-KR" altLang="en-US" dirty="0"/>
              <a:t>혹은 </a:t>
            </a:r>
            <a:r>
              <a:rPr lang="en-US" altLang="ko-KR" dirty="0"/>
              <a:t>enter) </a:t>
            </a:r>
            <a:r>
              <a:rPr lang="ko-KR" altLang="en-US" dirty="0"/>
              <a:t>시 검색 결과로 이동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3515A08-9B8F-42AA-80C5-A855D785EE26}"/>
              </a:ext>
            </a:extLst>
          </p:cNvPr>
          <p:cNvCxnSpPr>
            <a:stCxn id="44" idx="1"/>
          </p:cNvCxnSpPr>
          <p:nvPr/>
        </p:nvCxnSpPr>
        <p:spPr>
          <a:xfrm flipH="1">
            <a:off x="6629400" y="3143250"/>
            <a:ext cx="790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B8520EC-5837-46A4-8631-EAF143AB99DD}"/>
              </a:ext>
            </a:extLst>
          </p:cNvPr>
          <p:cNvSpPr txBox="1"/>
          <p:nvPr/>
        </p:nvSpPr>
        <p:spPr>
          <a:xfrm>
            <a:off x="4800600" y="2950170"/>
            <a:ext cx="1920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글쓰기 페이지로 이동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EBC65702-1DA8-4F5A-9BD8-6DBACA85899A}"/>
              </a:ext>
            </a:extLst>
          </p:cNvPr>
          <p:cNvCxnSpPr>
            <a:stCxn id="40" idx="1"/>
          </p:cNvCxnSpPr>
          <p:nvPr/>
        </p:nvCxnSpPr>
        <p:spPr>
          <a:xfrm flipH="1" flipV="1">
            <a:off x="9048750" y="7019925"/>
            <a:ext cx="781050" cy="3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2A04FC-63B8-4FDA-AD13-E151DD084365}"/>
              </a:ext>
            </a:extLst>
          </p:cNvPr>
          <p:cNvSpPr txBox="1"/>
          <p:nvPr/>
        </p:nvSpPr>
        <p:spPr>
          <a:xfrm>
            <a:off x="6896101" y="6880820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페이지로 이동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73A78C-2496-4016-8509-B2B30C7B5CC2}"/>
              </a:ext>
            </a:extLst>
          </p:cNvPr>
          <p:cNvSpPr txBox="1"/>
          <p:nvPr/>
        </p:nvSpPr>
        <p:spPr>
          <a:xfrm>
            <a:off x="11906249" y="685482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다음 페이지로 이동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744D6D4-BE77-44B6-9519-CD525281378E}"/>
              </a:ext>
            </a:extLst>
          </p:cNvPr>
          <p:cNvCxnSpPr>
            <a:stCxn id="41" idx="3"/>
          </p:cNvCxnSpPr>
          <p:nvPr/>
        </p:nvCxnSpPr>
        <p:spPr>
          <a:xfrm>
            <a:off x="11404600" y="7023100"/>
            <a:ext cx="501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7B4F342-5A0C-436B-8D97-3DB3A6E9B52E}"/>
              </a:ext>
            </a:extLst>
          </p:cNvPr>
          <p:cNvCxnSpPr/>
          <p:nvPr/>
        </p:nvCxnSpPr>
        <p:spPr>
          <a:xfrm flipH="1">
            <a:off x="6600825" y="3854450"/>
            <a:ext cx="790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4265A75-AB4A-4A0E-A04E-2E6FC3D46DE5}"/>
              </a:ext>
            </a:extLst>
          </p:cNvPr>
          <p:cNvCxnSpPr/>
          <p:nvPr/>
        </p:nvCxnSpPr>
        <p:spPr>
          <a:xfrm flipH="1">
            <a:off x="6600825" y="5581650"/>
            <a:ext cx="790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9BB7B78-C188-49A9-83D6-36295E0859E0}"/>
              </a:ext>
            </a:extLst>
          </p:cNvPr>
          <p:cNvSpPr txBox="1"/>
          <p:nvPr/>
        </p:nvSpPr>
        <p:spPr>
          <a:xfrm>
            <a:off x="5016792" y="3720068"/>
            <a:ext cx="161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관리자 게시글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F90B9C-DDF2-4FDF-A63E-307829A7FF97}"/>
              </a:ext>
            </a:extLst>
          </p:cNvPr>
          <p:cNvSpPr txBox="1"/>
          <p:nvPr/>
        </p:nvSpPr>
        <p:spPr>
          <a:xfrm>
            <a:off x="4708817" y="5421401"/>
            <a:ext cx="1920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일반회원 게시글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8BF98B-3D2B-4C91-A16A-D975A30592CB}"/>
              </a:ext>
            </a:extLst>
          </p:cNvPr>
          <p:cNvSpPr/>
          <p:nvPr/>
        </p:nvSpPr>
        <p:spPr>
          <a:xfrm>
            <a:off x="7391401" y="4098925"/>
            <a:ext cx="6553200" cy="26907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49422A43-2488-4622-966D-6A6E88541595}"/>
              </a:ext>
            </a:extLst>
          </p:cNvPr>
          <p:cNvSpPr txBox="1"/>
          <p:nvPr/>
        </p:nvSpPr>
        <p:spPr>
          <a:xfrm>
            <a:off x="203200" y="5295900"/>
            <a:ext cx="2933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고객 게시판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목록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592152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A475E2A3-11C2-4801-A111-0CEF27F32DB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8" b="4815"/>
          <a:stretch/>
        </p:blipFill>
        <p:spPr>
          <a:xfrm>
            <a:off x="3848100" y="1085850"/>
            <a:ext cx="13755687" cy="6820528"/>
          </a:xfrm>
          <a:prstGeom prst="rect">
            <a:avLst/>
          </a:prstGeom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6B5231A-5013-4F70-A132-BD92D2DEF972}"/>
              </a:ext>
            </a:extLst>
          </p:cNvPr>
          <p:cNvSpPr/>
          <p:nvPr/>
        </p:nvSpPr>
        <p:spPr>
          <a:xfrm>
            <a:off x="13030200" y="4991100"/>
            <a:ext cx="685800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E9D3B091-8A30-4F63-993E-BA6989475AC0}"/>
              </a:ext>
            </a:extLst>
          </p:cNvPr>
          <p:cNvCxnSpPr>
            <a:stCxn id="63" idx="3"/>
          </p:cNvCxnSpPr>
          <p:nvPr/>
        </p:nvCxnSpPr>
        <p:spPr>
          <a:xfrm flipV="1">
            <a:off x="13716000" y="4762500"/>
            <a:ext cx="457200" cy="381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73D7028-F3A9-449D-AA1E-6EFEDE7B94EB}"/>
              </a:ext>
            </a:extLst>
          </p:cNvPr>
          <p:cNvSpPr txBox="1"/>
          <p:nvPr/>
        </p:nvSpPr>
        <p:spPr>
          <a:xfrm>
            <a:off x="14203680" y="4497169"/>
            <a:ext cx="2865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자신의 게시물 수정 및 삭제 기능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관리자 계정은 항상 보임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B503A8E1-E48E-4991-802B-F39C8E91AD45}"/>
              </a:ext>
            </a:extLst>
          </p:cNvPr>
          <p:cNvSpPr/>
          <p:nvPr/>
        </p:nvSpPr>
        <p:spPr>
          <a:xfrm>
            <a:off x="13322300" y="3492500"/>
            <a:ext cx="546100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D0860939-1535-485D-99D8-2429EEC47641}"/>
              </a:ext>
            </a:extLst>
          </p:cNvPr>
          <p:cNvCxnSpPr/>
          <p:nvPr/>
        </p:nvCxnSpPr>
        <p:spPr>
          <a:xfrm flipV="1">
            <a:off x="13868400" y="3276600"/>
            <a:ext cx="457200" cy="381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7797F54-4E63-4AA3-A389-72907890BAD7}"/>
              </a:ext>
            </a:extLst>
          </p:cNvPr>
          <p:cNvSpPr txBox="1"/>
          <p:nvPr/>
        </p:nvSpPr>
        <p:spPr>
          <a:xfrm>
            <a:off x="14320836" y="3026925"/>
            <a:ext cx="2138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조회 시 로그인 기준 한번 카운트</a:t>
            </a:r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79D9192D-57D5-4A86-B6DC-8913D12D4E9B}"/>
              </a:ext>
            </a:extLst>
          </p:cNvPr>
          <p:cNvSpPr txBox="1"/>
          <p:nvPr/>
        </p:nvSpPr>
        <p:spPr>
          <a:xfrm>
            <a:off x="203200" y="5295900"/>
            <a:ext cx="2933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고객 게시판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게시글 상세 페이지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67D28DD2-8BCA-46F2-B2F6-52C1A0DA7F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297" y="1181100"/>
            <a:ext cx="13742503" cy="6851229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0A63386-662F-483B-B439-E264C7E54E85}"/>
              </a:ext>
            </a:extLst>
          </p:cNvPr>
          <p:cNvSpPr/>
          <p:nvPr/>
        </p:nvSpPr>
        <p:spPr>
          <a:xfrm>
            <a:off x="12496800" y="7569199"/>
            <a:ext cx="762000" cy="4631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7B9BC3E8-C880-476B-8C29-EA96D7E655F4}"/>
              </a:ext>
            </a:extLst>
          </p:cNvPr>
          <p:cNvCxnSpPr/>
          <p:nvPr/>
        </p:nvCxnSpPr>
        <p:spPr>
          <a:xfrm flipV="1">
            <a:off x="13258800" y="7419763"/>
            <a:ext cx="457200" cy="381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7DFF1C3-821F-4059-8F9E-8BE026843E7B}"/>
              </a:ext>
            </a:extLst>
          </p:cNvPr>
          <p:cNvSpPr txBox="1"/>
          <p:nvPr/>
        </p:nvSpPr>
        <p:spPr>
          <a:xfrm>
            <a:off x="13728700" y="7154432"/>
            <a:ext cx="196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작성 글 등록 후 </a:t>
            </a:r>
            <a:endParaRPr lang="en-US" altLang="ko-KR" dirty="0"/>
          </a:p>
          <a:p>
            <a:r>
              <a:rPr lang="ko-KR" altLang="en-US" dirty="0"/>
              <a:t>게시글 목록 이동</a:t>
            </a: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36E59DBE-CB39-4665-99D0-814DA8CABEA0}"/>
              </a:ext>
            </a:extLst>
          </p:cNvPr>
          <p:cNvSpPr txBox="1"/>
          <p:nvPr/>
        </p:nvSpPr>
        <p:spPr>
          <a:xfrm>
            <a:off x="203200" y="5295900"/>
            <a:ext cx="2933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고객 게시판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글쓰기 페이지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337204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CD8E16B-4FE2-41E8-B0DE-F46A0FFBE4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0" y="1131458"/>
            <a:ext cx="13233400" cy="690087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0A63386-662F-483B-B439-E264C7E54E85}"/>
              </a:ext>
            </a:extLst>
          </p:cNvPr>
          <p:cNvSpPr/>
          <p:nvPr/>
        </p:nvSpPr>
        <p:spPr>
          <a:xfrm>
            <a:off x="12172950" y="7572162"/>
            <a:ext cx="762000" cy="4631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7B9BC3E8-C880-476B-8C29-EA96D7E655F4}"/>
              </a:ext>
            </a:extLst>
          </p:cNvPr>
          <p:cNvCxnSpPr/>
          <p:nvPr/>
        </p:nvCxnSpPr>
        <p:spPr>
          <a:xfrm flipV="1">
            <a:off x="12934950" y="7435426"/>
            <a:ext cx="457200" cy="381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7DFF1C3-821F-4059-8F9E-8BE026843E7B}"/>
              </a:ext>
            </a:extLst>
          </p:cNvPr>
          <p:cNvSpPr txBox="1"/>
          <p:nvPr/>
        </p:nvSpPr>
        <p:spPr>
          <a:xfrm>
            <a:off x="13392150" y="7157395"/>
            <a:ext cx="196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글 수정 후 </a:t>
            </a:r>
            <a:endParaRPr lang="en-US" altLang="ko-KR" dirty="0"/>
          </a:p>
          <a:p>
            <a:r>
              <a:rPr lang="ko-KR" altLang="en-US" dirty="0"/>
              <a:t>게시글 목록 이동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A842DFD-019C-4A0A-A54F-C956C04539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4950" y="3532916"/>
            <a:ext cx="5124450" cy="3485463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135E64B-A562-43B9-8899-8C6DDAA001A9}"/>
              </a:ext>
            </a:extLst>
          </p:cNvPr>
          <p:cNvSpPr/>
          <p:nvPr/>
        </p:nvSpPr>
        <p:spPr>
          <a:xfrm>
            <a:off x="13163550" y="4836728"/>
            <a:ext cx="4743450" cy="2813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C4F5528A-BBE0-425E-AA04-5DB7FA7BA9B8}"/>
              </a:ext>
            </a:extLst>
          </p:cNvPr>
          <p:cNvCxnSpPr/>
          <p:nvPr/>
        </p:nvCxnSpPr>
        <p:spPr>
          <a:xfrm rot="5400000" flipH="1" flipV="1">
            <a:off x="13798550" y="5454650"/>
            <a:ext cx="1587500" cy="1295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3">
            <a:extLst>
              <a:ext uri="{FF2B5EF4-FFF2-40B4-BE49-F238E27FC236}">
                <a16:creationId xmlns:a16="http://schemas.microsoft.com/office/drawing/2014/main" id="{9EA5FA4C-9E2A-4D41-853D-07BA7B7A00EC}"/>
              </a:ext>
            </a:extLst>
          </p:cNvPr>
          <p:cNvSpPr txBox="1"/>
          <p:nvPr/>
        </p:nvSpPr>
        <p:spPr>
          <a:xfrm>
            <a:off x="203200" y="5295900"/>
            <a:ext cx="2933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고객 게시판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게시글 수정 페이지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572975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AAA8B6-8932-467B-A9D7-291714E141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943" y="1346200"/>
            <a:ext cx="10050278" cy="6925642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0A63386-662F-483B-B439-E264C7E54E85}"/>
              </a:ext>
            </a:extLst>
          </p:cNvPr>
          <p:cNvSpPr/>
          <p:nvPr/>
        </p:nvSpPr>
        <p:spPr>
          <a:xfrm>
            <a:off x="13133457" y="7619788"/>
            <a:ext cx="762000" cy="4631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7B9BC3E8-C880-476B-8C29-EA96D7E655F4}"/>
              </a:ext>
            </a:extLst>
          </p:cNvPr>
          <p:cNvCxnSpPr/>
          <p:nvPr/>
        </p:nvCxnSpPr>
        <p:spPr>
          <a:xfrm flipV="1">
            <a:off x="13916403" y="7477597"/>
            <a:ext cx="457200" cy="381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7DFF1C3-821F-4059-8F9E-8BE026843E7B}"/>
              </a:ext>
            </a:extLst>
          </p:cNvPr>
          <p:cNvSpPr txBox="1"/>
          <p:nvPr/>
        </p:nvSpPr>
        <p:spPr>
          <a:xfrm>
            <a:off x="14373603" y="7154431"/>
            <a:ext cx="196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게시글 작성 시 </a:t>
            </a:r>
            <a:endParaRPr lang="en-US" altLang="ko-KR" dirty="0"/>
          </a:p>
          <a:p>
            <a:r>
              <a:rPr lang="ko-KR" altLang="en-US" dirty="0"/>
              <a:t>상단 등록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6B3BD16-0873-46E4-8434-AEAB6E858BD0}"/>
              </a:ext>
            </a:extLst>
          </p:cNvPr>
          <p:cNvSpPr/>
          <p:nvPr/>
        </p:nvSpPr>
        <p:spPr>
          <a:xfrm>
            <a:off x="6858000" y="3543301"/>
            <a:ext cx="762000" cy="3047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198DB4E-08A5-40EC-AA24-593E67204B9E}"/>
              </a:ext>
            </a:extLst>
          </p:cNvPr>
          <p:cNvSpPr/>
          <p:nvPr/>
        </p:nvSpPr>
        <p:spPr>
          <a:xfrm>
            <a:off x="6858000" y="5676901"/>
            <a:ext cx="762000" cy="3047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A7098B00-4850-46C5-B9D4-83EA856C9E65}"/>
              </a:ext>
            </a:extLst>
          </p:cNvPr>
          <p:cNvCxnSpPr>
            <a:stCxn id="21" idx="3"/>
          </p:cNvCxnSpPr>
          <p:nvPr/>
        </p:nvCxnSpPr>
        <p:spPr>
          <a:xfrm>
            <a:off x="7620000" y="3695701"/>
            <a:ext cx="1004564" cy="9143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6BDF1750-35F8-41E3-8FB1-7BECE9961BB4}"/>
              </a:ext>
            </a:extLst>
          </p:cNvPr>
          <p:cNvCxnSpPr/>
          <p:nvPr/>
        </p:nvCxnSpPr>
        <p:spPr>
          <a:xfrm flipV="1">
            <a:off x="7620000" y="4809021"/>
            <a:ext cx="1028700" cy="10202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2D57CA8-1168-4414-8DC7-0C4896A790F2}"/>
              </a:ext>
            </a:extLst>
          </p:cNvPr>
          <p:cNvSpPr txBox="1"/>
          <p:nvPr/>
        </p:nvSpPr>
        <p:spPr>
          <a:xfrm>
            <a:off x="8674102" y="4406900"/>
            <a:ext cx="2451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수정 및 삭제 기능</a:t>
            </a:r>
            <a:r>
              <a:rPr lang="en-US" altLang="ko-KR" dirty="0"/>
              <a:t>(</a:t>
            </a:r>
            <a:r>
              <a:rPr lang="ko-KR" altLang="en-US" dirty="0"/>
              <a:t>본인 아이디의 댓글만 확인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EFA074A-7153-4F16-8383-8B6247A76C6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" r="51970" b="31257"/>
          <a:stretch/>
        </p:blipFill>
        <p:spPr>
          <a:xfrm>
            <a:off x="13676760" y="2405218"/>
            <a:ext cx="4163943" cy="36985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71B0BD1-C198-4D38-A59B-79FC5A640A68}"/>
              </a:ext>
            </a:extLst>
          </p:cNvPr>
          <p:cNvSpPr txBox="1"/>
          <p:nvPr/>
        </p:nvSpPr>
        <p:spPr>
          <a:xfrm>
            <a:off x="14242612" y="1839407"/>
            <a:ext cx="2451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관리자 계정의 경우</a:t>
            </a:r>
            <a:endParaRPr lang="en-US" altLang="ko-KR" dirty="0"/>
          </a:p>
          <a:p>
            <a:r>
              <a:rPr lang="ko-KR" altLang="en-US" dirty="0"/>
              <a:t>삭제만 가능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1860BEC-FD37-43AA-B77D-4B80B7521C1F}"/>
              </a:ext>
            </a:extLst>
          </p:cNvPr>
          <p:cNvSpPr/>
          <p:nvPr/>
        </p:nvSpPr>
        <p:spPr>
          <a:xfrm>
            <a:off x="15697200" y="2899839"/>
            <a:ext cx="359179" cy="20240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E2207B5-D3FA-4685-89E1-9F5E7B4488DA}"/>
              </a:ext>
            </a:extLst>
          </p:cNvPr>
          <p:cNvSpPr/>
          <p:nvPr/>
        </p:nvSpPr>
        <p:spPr>
          <a:xfrm>
            <a:off x="16765781" y="3538539"/>
            <a:ext cx="359179" cy="2285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731B1C7-1F74-4EE6-B08E-2D47448D16F3}"/>
              </a:ext>
            </a:extLst>
          </p:cNvPr>
          <p:cNvSpPr/>
          <p:nvPr/>
        </p:nvSpPr>
        <p:spPr>
          <a:xfrm>
            <a:off x="15697199" y="4161266"/>
            <a:ext cx="359179" cy="23365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8CD2879-B31F-439B-85B6-709B514F2F6C}"/>
              </a:ext>
            </a:extLst>
          </p:cNvPr>
          <p:cNvSpPr/>
          <p:nvPr/>
        </p:nvSpPr>
        <p:spPr>
          <a:xfrm>
            <a:off x="15687673" y="4809021"/>
            <a:ext cx="359179" cy="2049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1451400-C8C1-4212-8D22-57A82B56F34B}"/>
              </a:ext>
            </a:extLst>
          </p:cNvPr>
          <p:cNvSpPr/>
          <p:nvPr/>
        </p:nvSpPr>
        <p:spPr>
          <a:xfrm>
            <a:off x="15687673" y="5445572"/>
            <a:ext cx="359179" cy="2313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E3AE3264-2478-49EA-A7A5-1F1E71EA3A57}"/>
              </a:ext>
            </a:extLst>
          </p:cNvPr>
          <p:cNvSpPr txBox="1"/>
          <p:nvPr/>
        </p:nvSpPr>
        <p:spPr>
          <a:xfrm>
            <a:off x="203200" y="5295900"/>
            <a:ext cx="2933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고객 게시판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댓글 작성 목록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33527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650C282-0460-4BEC-B197-2AE4E5FB79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650" y="647700"/>
            <a:ext cx="9695181" cy="83820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0A63386-662F-483B-B439-E264C7E54E85}"/>
              </a:ext>
            </a:extLst>
          </p:cNvPr>
          <p:cNvSpPr/>
          <p:nvPr/>
        </p:nvSpPr>
        <p:spPr>
          <a:xfrm>
            <a:off x="12206606" y="4188035"/>
            <a:ext cx="838200" cy="386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7B9BC3E8-C880-476B-8C29-EA96D7E655F4}"/>
              </a:ext>
            </a:extLst>
          </p:cNvPr>
          <p:cNvCxnSpPr/>
          <p:nvPr/>
        </p:nvCxnSpPr>
        <p:spPr>
          <a:xfrm flipV="1">
            <a:off x="13044806" y="3978063"/>
            <a:ext cx="457200" cy="381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7DFF1C3-821F-4059-8F9E-8BE026843E7B}"/>
              </a:ext>
            </a:extLst>
          </p:cNvPr>
          <p:cNvSpPr txBox="1"/>
          <p:nvPr/>
        </p:nvSpPr>
        <p:spPr>
          <a:xfrm>
            <a:off x="13555981" y="3750832"/>
            <a:ext cx="2903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수정 완료된 댓글이 바로 업로드</a:t>
            </a:r>
            <a:r>
              <a:rPr lang="en-US" altLang="ko-KR" dirty="0"/>
              <a:t>(</a:t>
            </a:r>
            <a:r>
              <a:rPr lang="ko-KR" altLang="en-US" dirty="0"/>
              <a:t>수정일 생성됨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C9E33CF-CAB3-4028-AC0C-FFFA3BDF456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7132" b="415"/>
          <a:stretch/>
        </p:blipFill>
        <p:spPr>
          <a:xfrm>
            <a:off x="13502006" y="4574964"/>
            <a:ext cx="4152052" cy="2854536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2FC7C84-BD17-4E7F-82F2-A67FCACA4361}"/>
              </a:ext>
            </a:extLst>
          </p:cNvPr>
          <p:cNvSpPr/>
          <p:nvPr/>
        </p:nvSpPr>
        <p:spPr>
          <a:xfrm>
            <a:off x="13639800" y="5326822"/>
            <a:ext cx="3998657" cy="50247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89638980-CBB9-45BB-A05B-1993A6E6B982}"/>
              </a:ext>
            </a:extLst>
          </p:cNvPr>
          <p:cNvCxnSpPr>
            <a:stCxn id="20" idx="3"/>
          </p:cNvCxnSpPr>
          <p:nvPr/>
        </p:nvCxnSpPr>
        <p:spPr>
          <a:xfrm>
            <a:off x="16459200" y="4073998"/>
            <a:ext cx="381000" cy="12346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3">
            <a:extLst>
              <a:ext uri="{FF2B5EF4-FFF2-40B4-BE49-F238E27FC236}">
                <a16:creationId xmlns:a16="http://schemas.microsoft.com/office/drawing/2014/main" id="{85085818-1EF2-400C-8271-7A9CFA76F6F9}"/>
              </a:ext>
            </a:extLst>
          </p:cNvPr>
          <p:cNvSpPr txBox="1"/>
          <p:nvPr/>
        </p:nvSpPr>
        <p:spPr>
          <a:xfrm>
            <a:off x="203200" y="5295900"/>
            <a:ext cx="2933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고객 게시판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댓글 수정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787446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584200"/>
            <a:ext cx="34036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-584200"/>
            <a:ext cx="1257300" cy="386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-1612900" y="7721600"/>
            <a:ext cx="4152900" cy="415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-2147483648"/>
            <a:ext cx="1554848300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2552700"/>
            <a:ext cx="114300" cy="821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200" y="-584200"/>
            <a:ext cx="114300" cy="328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28600" y="3644900"/>
            <a:ext cx="29083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113710"/>
              </a:lnSpc>
            </a:pPr>
            <a:r>
              <a:rPr lang="ko-KR" sz="4200" b="0" i="0" u="none" strike="noStrike" spc="-100">
                <a:solidFill>
                  <a:srgbClr val="0A2557"/>
                </a:solidFill>
                <a:ea typeface="MaruBuri SemiBold"/>
              </a:rPr>
              <a:t>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18669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74CE5F61-30C9-490E-B9CB-2ED1A3CDAB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485900"/>
            <a:ext cx="14669146" cy="7315200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91DBD4-6277-440E-9FA5-7D6E1972AD52}"/>
              </a:ext>
            </a:extLst>
          </p:cNvPr>
          <p:cNvSpPr/>
          <p:nvPr/>
        </p:nvSpPr>
        <p:spPr>
          <a:xfrm>
            <a:off x="13716000" y="3543300"/>
            <a:ext cx="609600" cy="266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40679C8-E323-46E3-9DF4-D56217E313BF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4325600" y="367665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FAD9449-0230-468C-AEF8-DFB87CD27613}"/>
              </a:ext>
            </a:extLst>
          </p:cNvPr>
          <p:cNvSpPr txBox="1"/>
          <p:nvPr/>
        </p:nvSpPr>
        <p:spPr>
          <a:xfrm>
            <a:off x="15218358" y="3486834"/>
            <a:ext cx="2307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검색창</a:t>
            </a:r>
            <a:r>
              <a:rPr lang="ko-KR" altLang="en-US" dirty="0"/>
              <a:t> 작성 후 클릭</a:t>
            </a:r>
            <a:r>
              <a:rPr lang="en-US" altLang="ko-KR" dirty="0"/>
              <a:t>(</a:t>
            </a:r>
            <a:r>
              <a:rPr lang="ko-KR" altLang="en-US" dirty="0"/>
              <a:t>혹은 </a:t>
            </a:r>
            <a:r>
              <a:rPr lang="en-US" altLang="ko-KR" dirty="0"/>
              <a:t>enter) </a:t>
            </a:r>
            <a:r>
              <a:rPr lang="ko-KR" altLang="en-US" dirty="0"/>
              <a:t>시 검색 결과로 이동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86705F4E-DECD-439A-B24D-95D72E7EF73D}"/>
              </a:ext>
            </a:extLst>
          </p:cNvPr>
          <p:cNvSpPr txBox="1"/>
          <p:nvPr/>
        </p:nvSpPr>
        <p:spPr>
          <a:xfrm>
            <a:off x="203200" y="5295900"/>
            <a:ext cx="2933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600" b="0" i="0" u="none" strike="noStrike" dirty="0">
                <a:solidFill>
                  <a:srgbClr val="0A2557"/>
                </a:solidFill>
                <a:ea typeface="S-Core Dream 4 Regular"/>
              </a:rPr>
              <a:t>고객 게시판</a:t>
            </a:r>
            <a:br>
              <a:rPr lang="en-US" altLang="ko-KR" sz="2600" b="0" i="0" u="none" strike="noStrike" dirty="0">
                <a:solidFill>
                  <a:srgbClr val="0A2557"/>
                </a:solidFill>
                <a:ea typeface="S-Core Dream 4 Regular"/>
              </a:rPr>
            </a:br>
            <a:r>
              <a:rPr lang="ko-KR" altLang="en-US" sz="2600" dirty="0">
                <a:solidFill>
                  <a:srgbClr val="0A2557"/>
                </a:solidFill>
                <a:ea typeface="S-Core Dream 4 Regular"/>
              </a:rPr>
              <a:t>검색 기능</a:t>
            </a:r>
            <a:endParaRPr lang="ko-KR" sz="2600" b="0" i="0" u="none" strike="noStrike" dirty="0">
              <a:solidFill>
                <a:srgbClr val="0A2557"/>
              </a:solidFill>
              <a:ea typeface="S-Core Dream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8998461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6388100" y="-1816100"/>
            <a:ext cx="5511800" cy="5511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53000" y="2946400"/>
            <a:ext cx="8064500" cy="481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4600" b="0" i="0" u="none" strike="noStrike">
                <a:solidFill>
                  <a:srgbClr val="000000"/>
                </a:solidFill>
                <a:ea typeface="MaruBuri SemiBold"/>
              </a:rPr>
              <a:t>프로젝트</a:t>
            </a:r>
          </a:p>
          <a:p>
            <a:pPr lvl="0" algn="ctr">
              <a:lnSpc>
                <a:spcPct val="99600"/>
              </a:lnSpc>
            </a:pPr>
            <a:r>
              <a:rPr lang="ko-KR" sz="14600" b="0" i="0" u="none" strike="noStrike">
                <a:solidFill>
                  <a:srgbClr val="000000"/>
                </a:solidFill>
                <a:ea typeface="MaruBuri SemiBold"/>
              </a:rPr>
              <a:t>시연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900" y="-38100"/>
            <a:ext cx="1092200" cy="3352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235200" y="20193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05</a:t>
            </a:r>
          </a:p>
        </p:txBody>
      </p:sp>
      <p:sp>
        <p:nvSpPr>
          <p:cNvPr id="7" name="직사각형 6">
            <a:hlinkClick r:id="rId5"/>
            <a:extLst>
              <a:ext uri="{FF2B5EF4-FFF2-40B4-BE49-F238E27FC236}">
                <a16:creationId xmlns:a16="http://schemas.microsoft.com/office/drawing/2014/main" id="{CAC1CD23-DF13-427C-9DEA-454F7AA383DA}"/>
              </a:ext>
            </a:extLst>
          </p:cNvPr>
          <p:cNvSpPr/>
          <p:nvPr/>
        </p:nvSpPr>
        <p:spPr>
          <a:xfrm>
            <a:off x="14097000" y="7764072"/>
            <a:ext cx="2895600" cy="1651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/>
              <a:t>홈페이지 이동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3100" y="0"/>
            <a:ext cx="19621500" cy="2603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2147483648" y="2147483647"/>
            <a:ext cx="2147483647" cy="1845665600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01400" y="-5003800"/>
            <a:ext cx="139700" cy="153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714500" y="203200"/>
            <a:ext cx="139700" cy="492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27300" y="927100"/>
            <a:ext cx="3302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3710"/>
              </a:lnSpc>
            </a:pP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자체평가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및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의견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00" y="-939800"/>
            <a:ext cx="1092200" cy="3352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73200" y="11176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06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6388100" y="-3098800"/>
            <a:ext cx="5511800" cy="551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300" y="2997200"/>
            <a:ext cx="6680200" cy="407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8600" y="4902200"/>
            <a:ext cx="6045200" cy="266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700" y="7289800"/>
            <a:ext cx="2057400" cy="762000"/>
          </a:xfrm>
          <a:prstGeom prst="rect">
            <a:avLst/>
          </a:prstGeom>
          <a:effectLst>
            <a:outerShdw blurRad="5782" dist="52752" dir="2700000">
              <a:srgbClr val="000000">
                <a:alpha val="18000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>
            <a:off x="2819400" y="3187700"/>
            <a:ext cx="5689600" cy="165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좋았던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점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배운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것을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십분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활용해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미숙한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점을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깨닫고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,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배운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것에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익숙해질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있는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기회가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되어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좋았다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무언가를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만든다는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것을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순수하게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즐겁다고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느껴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,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수업을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선택한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것이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좋은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선택인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것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같은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기분이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든다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19400" y="5219700"/>
            <a:ext cx="5384800" cy="165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아쉬웠던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점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기간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할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있는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것은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다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했다고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생각했는데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,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다시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돌아보면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수정하고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싶은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것이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계속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생겼다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기간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기획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,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코딩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,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테스트를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다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진행</a:t>
            </a:r>
            <a:r>
              <a:rPr lang="en-US" altLang="ko-KR" sz="1800" b="0" i="0" u="none" strike="noStrike">
                <a:solidFill>
                  <a:srgbClr val="0A2557"/>
                </a:solidFill>
                <a:ea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했어야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했지만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일정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문제로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결국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테스트를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짧게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했던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것이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아쉽다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65700" y="7454900"/>
            <a:ext cx="1549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 spc="-100">
                <a:solidFill>
                  <a:srgbClr val="FFFFFF"/>
                </a:solidFill>
                <a:ea typeface="MaruBuri SemiBold"/>
              </a:rPr>
              <a:t>오우람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9900" y="5613400"/>
            <a:ext cx="6680200" cy="4076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8200" y="7531100"/>
            <a:ext cx="6045200" cy="266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779000" y="5969000"/>
            <a:ext cx="60579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좋았던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점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프로젝트가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완성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되어가는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과정을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보면서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뿌듯함을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느꼈다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처음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해보는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웹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프로젝트였던만큼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여러가지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상황과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부딪혀가며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많은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것을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배울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있었던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것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같다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79000" y="8001000"/>
            <a:ext cx="60452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아쉬웠던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점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기능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구현에만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집중하여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코드의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일관성이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떨어졌던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것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같다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.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코드를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수정할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때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가벼운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어려움을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겪으면서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코드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작성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시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더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 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신경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써야겠다는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생각이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들었다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71300" y="4597400"/>
            <a:ext cx="2057400" cy="762000"/>
          </a:xfrm>
          <a:prstGeom prst="rect">
            <a:avLst/>
          </a:prstGeom>
          <a:effectLst>
            <a:outerShdw blurRad="5782" dist="52752" dir="2700000">
              <a:srgbClr val="000000">
                <a:alpha val="18000"/>
              </a:srgbClr>
            </a:outerShdw>
          </a:effectLst>
        </p:spPr>
      </p:pic>
      <p:sp>
        <p:nvSpPr>
          <p:cNvPr id="22" name="TextBox 22"/>
          <p:cNvSpPr txBox="1"/>
          <p:nvPr/>
        </p:nvSpPr>
        <p:spPr>
          <a:xfrm>
            <a:off x="11925300" y="4749800"/>
            <a:ext cx="1549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 spc="-100">
                <a:solidFill>
                  <a:srgbClr val="FFFFFF"/>
                </a:solidFill>
                <a:ea typeface="MaruBuri SemiBold"/>
              </a:rPr>
              <a:t>박찬정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3100" y="0"/>
            <a:ext cx="19621500" cy="2603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2147483648" y="2147483647"/>
            <a:ext cx="2147483647" cy="1845665600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01400" y="-5003800"/>
            <a:ext cx="139700" cy="153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714500" y="203200"/>
            <a:ext cx="139700" cy="492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27300" y="927100"/>
            <a:ext cx="3302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3710"/>
              </a:lnSpc>
            </a:pP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자체평가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및</a:t>
            </a:r>
            <a:r>
              <a:rPr lang="en-US" sz="3200" b="0" i="0" u="none" strike="noStrike" spc="200">
                <a:solidFill>
                  <a:srgbClr val="0A2557"/>
                </a:solidFill>
                <a:latin typeface="MaruBuri SemiBold"/>
              </a:rPr>
              <a:t> </a:t>
            </a:r>
            <a:r>
              <a:rPr lang="ko-KR" sz="3200" b="0" i="0" u="none" strike="noStrike" spc="200">
                <a:solidFill>
                  <a:srgbClr val="0A2557"/>
                </a:solidFill>
                <a:ea typeface="MaruBuri SemiBold"/>
              </a:rPr>
              <a:t>의견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00" y="-939800"/>
            <a:ext cx="1092200" cy="3352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73200" y="1117600"/>
            <a:ext cx="609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 spc="-100">
                <a:solidFill>
                  <a:srgbClr val="0A2557"/>
                </a:solidFill>
                <a:latin typeface="MaruBuri SemiBold"/>
              </a:rPr>
              <a:t>06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6388100" y="-3098800"/>
            <a:ext cx="5511800" cy="551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1700" y="7289800"/>
            <a:ext cx="2057400" cy="762000"/>
          </a:xfrm>
          <a:prstGeom prst="rect">
            <a:avLst/>
          </a:prstGeom>
          <a:effectLst>
            <a:outerShdw blurRad="5782" dist="52752" dir="2700000">
              <a:srgbClr val="000000">
                <a:alpha val="18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5105400" y="7454900"/>
            <a:ext cx="1282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 spc="-100">
                <a:solidFill>
                  <a:srgbClr val="FFFFFF"/>
                </a:solidFill>
                <a:ea typeface="MaruBuri SemiBold"/>
              </a:rPr>
              <a:t>박진우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3000" y="2997200"/>
            <a:ext cx="6680200" cy="4076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8600" y="5105400"/>
            <a:ext cx="6045200" cy="266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9900" y="5613400"/>
            <a:ext cx="6680200" cy="427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0" y="7632700"/>
            <a:ext cx="6045200" cy="266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766300" y="5905500"/>
            <a:ext cx="6057900" cy="165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좋았던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점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수업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때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배웠던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것을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실전에서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어떤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부분에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응용하고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,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스스로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얼마나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코드를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구축할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있는지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확인할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있는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좋은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시간이었다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.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또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팀원들</a:t>
            </a:r>
            <a:r>
              <a:rPr lang="en-US" altLang="ko-KR" sz="1800" b="0" i="0" u="none" strike="noStrike" dirty="0">
                <a:solidFill>
                  <a:srgbClr val="0A2557"/>
                </a:solidFill>
                <a:ea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간의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사이도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돈독해지고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자신의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부족한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점을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채울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수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 dirty="0">
                <a:solidFill>
                  <a:srgbClr val="0A2557"/>
                </a:solidFill>
                <a:ea typeface="S-Core Dream 4 Regular"/>
              </a:rPr>
              <a:t>있었다</a:t>
            </a:r>
            <a:r>
              <a:rPr lang="en-US" sz="1800" b="0" i="0" u="none" strike="noStrike" dirty="0">
                <a:solidFill>
                  <a:srgbClr val="0A2557"/>
                </a:solidFill>
                <a:latin typeface="S-Core Dream 4 Regular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66300" y="7937500"/>
            <a:ext cx="6045200" cy="165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아쉬웠던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점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세션을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통해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게시글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조회수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조작을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막은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것은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좋았으나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시간이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좀더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있었다면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조회수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데이터와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머리글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혹은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카테고리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기능을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추가해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통계를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낼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수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있었다면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더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관심도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파악에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도움이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되는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사이트가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되었을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것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 </a:t>
            </a:r>
            <a:r>
              <a:rPr lang="ko-KR" sz="1800" b="0" i="0" u="none" strike="noStrike">
                <a:solidFill>
                  <a:srgbClr val="0A2557"/>
                </a:solidFill>
                <a:ea typeface="S-Core Dream 4 Regular"/>
              </a:rPr>
              <a:t>같다</a:t>
            </a:r>
            <a:r>
              <a:rPr lang="en-US" sz="1800" b="0" i="0" u="none" strike="noStrike">
                <a:solidFill>
                  <a:srgbClr val="0A2557"/>
                </a:solidFill>
                <a:latin typeface="S-Core Dream 4 Regular"/>
              </a:rPr>
              <a:t>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71300" y="4597400"/>
            <a:ext cx="2057400" cy="762000"/>
          </a:xfrm>
          <a:prstGeom prst="rect">
            <a:avLst/>
          </a:prstGeom>
          <a:effectLst>
            <a:outerShdw blurRad="5782" dist="52752" dir="2700000">
              <a:srgbClr val="000000">
                <a:alpha val="18000"/>
              </a:srgbClr>
            </a:outerShdw>
          </a:effectLst>
        </p:spPr>
      </p:pic>
      <p:sp>
        <p:nvSpPr>
          <p:cNvPr id="20" name="TextBox 20"/>
          <p:cNvSpPr txBox="1"/>
          <p:nvPr/>
        </p:nvSpPr>
        <p:spPr>
          <a:xfrm>
            <a:off x="11925300" y="4749800"/>
            <a:ext cx="1549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 spc="-100">
                <a:solidFill>
                  <a:srgbClr val="FFFFFF"/>
                </a:solidFill>
                <a:ea typeface="MaruBuri SemiBold"/>
              </a:rPr>
              <a:t>전유빈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9E305FC5-47CA-4C80-A64D-D388CE2C1D4F}"/>
              </a:ext>
            </a:extLst>
          </p:cNvPr>
          <p:cNvSpPr txBox="1"/>
          <p:nvPr/>
        </p:nvSpPr>
        <p:spPr>
          <a:xfrm>
            <a:off x="2819400" y="3130551"/>
            <a:ext cx="5994400" cy="20129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1800" b="0" i="0" u="none" strike="noStrike" dirty="0">
                <a:solidFill>
                  <a:srgbClr val="0A2557"/>
                </a:solidFill>
                <a:ea typeface="S-Core Dream 4 Regular"/>
              </a:rPr>
              <a:t>좋았던 점</a:t>
            </a:r>
          </a:p>
          <a:p>
            <a:pPr lvl="0" algn="l">
              <a:lnSpc>
                <a:spcPct val="116199"/>
              </a:lnSpc>
            </a:pPr>
            <a:r>
              <a:rPr lang="ko-KR" altLang="en-US" sz="1800" b="0" i="0" u="none" strike="noStrike" dirty="0">
                <a:solidFill>
                  <a:srgbClr val="0A2557"/>
                </a:solidFill>
                <a:ea typeface="S-Core Dream 4 Regular"/>
              </a:rPr>
              <a:t>처음으로 개발 관련하여 배울 수 있어서 좋았고</a:t>
            </a:r>
            <a:r>
              <a:rPr lang="en-US" altLang="ko-KR" sz="1800" b="0" i="0" u="none" strike="noStrike" dirty="0">
                <a:solidFill>
                  <a:srgbClr val="0A2557"/>
                </a:solidFill>
                <a:ea typeface="S-Core Dream 4 Regular"/>
              </a:rPr>
              <a:t>, </a:t>
            </a:r>
            <a:r>
              <a:rPr lang="ko-KR" altLang="en-US" sz="1800" b="0" i="0" u="none" strike="noStrike" dirty="0">
                <a:solidFill>
                  <a:srgbClr val="0A2557"/>
                </a:solidFill>
                <a:ea typeface="S-Core Dream 4 Regular"/>
              </a:rPr>
              <a:t>수업에서 배웠던 것을 응용하여 실전에서 사용해 볼 수 있었기에 도움이 되었습니다</a:t>
            </a:r>
            <a:r>
              <a:rPr lang="en-US" altLang="ko-KR" sz="1800" b="0" i="0" u="none" strike="noStrike" dirty="0">
                <a:solidFill>
                  <a:srgbClr val="0A2557"/>
                </a:solidFill>
                <a:ea typeface="S-Core Dream 4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altLang="en-US" sz="1800" b="0" i="0" u="none" strike="noStrike" dirty="0">
                <a:solidFill>
                  <a:srgbClr val="0A2557"/>
                </a:solidFill>
                <a:ea typeface="S-Core Dream 4 Regular"/>
              </a:rPr>
              <a:t>또한</a:t>
            </a:r>
            <a:r>
              <a:rPr lang="en-US" altLang="ko-KR" sz="1800" b="0" i="0" u="none" strike="noStrike" dirty="0">
                <a:solidFill>
                  <a:srgbClr val="0A2557"/>
                </a:solidFill>
                <a:ea typeface="S-Core Dream 4 Regular"/>
              </a:rPr>
              <a:t>, </a:t>
            </a:r>
            <a:r>
              <a:rPr lang="ko-KR" altLang="en-US" sz="1800" b="0" i="0" u="none" strike="noStrike" dirty="0">
                <a:solidFill>
                  <a:srgbClr val="0A2557"/>
                </a:solidFill>
                <a:ea typeface="S-Core Dream 4 Regular"/>
              </a:rPr>
              <a:t>팀원들과 팀프로젝트를 하면서 팀워크가 얼마나 중요한지도 깨달을 수 있어 보람 있는 시간이 되었습니다</a:t>
            </a:r>
            <a:r>
              <a:rPr lang="en-US" altLang="ko-KR" sz="1800" b="0" i="0" u="none" strike="noStrike" dirty="0">
                <a:solidFill>
                  <a:srgbClr val="0A2557"/>
                </a:solidFill>
                <a:ea typeface="S-Core Dream 4 Regular"/>
              </a:rPr>
              <a:t>.</a:t>
            </a:r>
            <a:endParaRPr lang="en-US" sz="1800" b="0" i="0" u="none" strike="noStrike" dirty="0">
              <a:solidFill>
                <a:srgbClr val="0A2557"/>
              </a:solidFill>
              <a:latin typeface="S-Core Dream 4 Regular"/>
            </a:endParaRP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C2BEF402-D6E8-4C1E-8E5B-14FAE2D6F1BF}"/>
              </a:ext>
            </a:extLst>
          </p:cNvPr>
          <p:cNvSpPr txBox="1"/>
          <p:nvPr/>
        </p:nvSpPr>
        <p:spPr>
          <a:xfrm>
            <a:off x="2819400" y="5321300"/>
            <a:ext cx="5867400" cy="165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1800" b="0" i="0" u="none" strike="noStrike" dirty="0">
                <a:solidFill>
                  <a:srgbClr val="0A2557"/>
                </a:solidFill>
                <a:ea typeface="S-Core Dream 4 Regular"/>
              </a:rPr>
              <a:t>아쉬웠던 점</a:t>
            </a:r>
          </a:p>
          <a:p>
            <a:pPr lvl="0" algn="l">
              <a:lnSpc>
                <a:spcPct val="116199"/>
              </a:lnSpc>
            </a:pPr>
            <a:r>
              <a:rPr lang="ko-KR" altLang="en-US" sz="1800" b="0" i="0" u="none" strike="noStrike" dirty="0">
                <a:solidFill>
                  <a:srgbClr val="0A2557"/>
                </a:solidFill>
                <a:ea typeface="S-Core Dream 4 Regular"/>
              </a:rPr>
              <a:t>저 스스로가 아직 코드에 익숙하지가 않아 코딩하는데 시간이 다소 오래 걸렸으며</a:t>
            </a:r>
            <a:r>
              <a:rPr lang="en-US" altLang="ko-KR" sz="1800" b="0" i="0" u="none" strike="noStrike" dirty="0">
                <a:solidFill>
                  <a:srgbClr val="0A2557"/>
                </a:solidFill>
                <a:ea typeface="S-Core Dream 4 Regular"/>
              </a:rPr>
              <a:t>, </a:t>
            </a:r>
            <a:r>
              <a:rPr lang="ko-KR" altLang="en-US" sz="1800" b="0" i="0" u="none" strike="noStrike" dirty="0">
                <a:solidFill>
                  <a:srgbClr val="0A2557"/>
                </a:solidFill>
                <a:ea typeface="S-Core Dream 4 Regular"/>
              </a:rPr>
              <a:t>제가 부족해서 못한 부분을 팀원들이 채우게 되어 미안한 마음이 들었습니다</a:t>
            </a:r>
            <a:r>
              <a:rPr lang="en-US" altLang="ko-KR" sz="1800" b="0" i="0" u="none" strike="noStrike" dirty="0">
                <a:solidFill>
                  <a:srgbClr val="0A2557"/>
                </a:solidFill>
                <a:ea typeface="S-Core Dream 4 Regular"/>
              </a:rPr>
              <a:t>. </a:t>
            </a:r>
            <a:endParaRPr lang="en-US" sz="1800" b="0" i="0" u="none" strike="noStrike" dirty="0">
              <a:solidFill>
                <a:srgbClr val="0A2557"/>
              </a:solidFill>
              <a:latin typeface="S-Core Dream 4 Regular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6388100" y="-1816100"/>
            <a:ext cx="5511800" cy="5511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638800" y="3009900"/>
            <a:ext cx="7010400" cy="341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5400" b="0" i="0" u="none" strike="noStrike" dirty="0">
                <a:solidFill>
                  <a:srgbClr val="000000"/>
                </a:solidFill>
                <a:latin typeface="MaruBuri SemiBold"/>
              </a:rPr>
              <a:t>Q&amp;A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6388100" y="-1816100"/>
            <a:ext cx="5511800" cy="5511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12850" y="7696199"/>
            <a:ext cx="20477663" cy="2667001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15956915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0422525" y="-243474"/>
            <a:ext cx="137948" cy="1601729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286856" y="5196494"/>
            <a:ext cx="137948" cy="5150059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987800" y="3238500"/>
            <a:ext cx="10795000" cy="292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6400" b="0" i="0" u="none" strike="noStrike">
                <a:solidFill>
                  <a:srgbClr val="000000"/>
                </a:solidFill>
                <a:ea typeface="MaruBuri Semi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958</Words>
  <Application>Microsoft Office PowerPoint</Application>
  <PresentationFormat>사용자 지정</PresentationFormat>
  <Paragraphs>316</Paragraphs>
  <Slides>45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4" baseType="lpstr">
      <vt:lpstr>Calibri</vt:lpstr>
      <vt:lpstr>HY신명조</vt:lpstr>
      <vt:lpstr>MaruBuri SemiBold</vt:lpstr>
      <vt:lpstr>HY목각파임B</vt:lpstr>
      <vt:lpstr>S-Core Dream 6 Bold</vt:lpstr>
      <vt:lpstr>S-Core Dream 4 Regular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TJ</dc:creator>
  <cp:lastModifiedBy>TJ</cp:lastModifiedBy>
  <cp:revision>60</cp:revision>
  <dcterms:created xsi:type="dcterms:W3CDTF">2006-08-16T00:00:00Z</dcterms:created>
  <dcterms:modified xsi:type="dcterms:W3CDTF">2025-03-21T02:35:40Z</dcterms:modified>
</cp:coreProperties>
</file>